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314" r:id="rId2"/>
    <p:sldId id="332" r:id="rId3"/>
    <p:sldId id="329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9" r:id="rId19"/>
    <p:sldId id="34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08" userDrawn="1">
          <p15:clr>
            <a:srgbClr val="A4A3A4"/>
          </p15:clr>
        </p15:guide>
        <p15:guide id="2" pos="3384" userDrawn="1">
          <p15:clr>
            <a:srgbClr val="A4A3A4"/>
          </p15:clr>
        </p15:guide>
        <p15:guide id="3" orient="horz" pos="4056" userDrawn="1">
          <p15:clr>
            <a:srgbClr val="A4A3A4"/>
          </p15:clr>
        </p15:guide>
        <p15:guide id="4" orient="horz" pos="14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DFF"/>
    <a:srgbClr val="D24726"/>
    <a:srgbClr val="F5F5F5"/>
    <a:srgbClr val="FFFFFF"/>
    <a:srgbClr val="F3F2F1"/>
    <a:srgbClr val="40404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B3A15B-3A37-444A-BDFB-4493BDD5B3D8}" v="779" dt="2026-05-21T18:47:45.532"/>
    <p1510:client id="{E7FACE13-2344-4D9F-B7B2-BED76AA0216F}" v="572" dt="2026-05-21T17:09:18.5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99" autoAdjust="0"/>
    <p:restoredTop sz="94879" autoAdjust="0"/>
  </p:normalViewPr>
  <p:slideViewPr>
    <p:cSldViewPr snapToGrid="0">
      <p:cViewPr>
        <p:scale>
          <a:sx n="100" d="100"/>
          <a:sy n="100" d="100"/>
        </p:scale>
        <p:origin x="2116" y="1296"/>
      </p:cViewPr>
      <p:guideLst>
        <p:guide orient="horz" pos="2808"/>
        <p:guide pos="3384"/>
        <p:guide orient="horz" pos="4056"/>
        <p:guide orient="horz" pos="14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2" d="100"/>
        <a:sy n="172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 ...." userId="45a8f3295fd08f58" providerId="Windows Live" clId="Web-{E7FACE13-2344-4D9F-B7B2-BED76AA0216F}"/>
    <pc:docChg chg="addSld delSld modSld sldOrd">
      <pc:chgData name="raj ...." userId="45a8f3295fd08f58" providerId="Windows Live" clId="Web-{E7FACE13-2344-4D9F-B7B2-BED76AA0216F}" dt="2026-05-21T17:09:18.555" v="573" actId="20577"/>
      <pc:docMkLst>
        <pc:docMk/>
      </pc:docMkLst>
      <pc:sldChg chg="addSp delSp modSp">
        <pc:chgData name="raj ...." userId="45a8f3295fd08f58" providerId="Windows Live" clId="Web-{E7FACE13-2344-4D9F-B7B2-BED76AA0216F}" dt="2026-05-21T07:14:58.307" v="509"/>
        <pc:sldMkLst>
          <pc:docMk/>
          <pc:sldMk cId="1986852698" sldId="314"/>
        </pc:sldMkLst>
        <pc:spChg chg="mod">
          <ac:chgData name="raj ...." userId="45a8f3295fd08f58" providerId="Windows Live" clId="Web-{E7FACE13-2344-4D9F-B7B2-BED76AA0216F}" dt="2026-05-21T06:59:31.655" v="123" actId="1076"/>
          <ac:spMkLst>
            <pc:docMk/>
            <pc:sldMk cId="1986852698" sldId="314"/>
            <ac:spMk id="5" creationId="{0D2C7A3B-E3BF-4ECB-AD6A-D5AB2501268E}"/>
          </ac:spMkLst>
        </pc:spChg>
        <pc:spChg chg="del">
          <ac:chgData name="raj ...." userId="45a8f3295fd08f58" providerId="Windows Live" clId="Web-{E7FACE13-2344-4D9F-B7B2-BED76AA0216F}" dt="2026-05-21T06:58:41.371" v="116"/>
          <ac:spMkLst>
            <pc:docMk/>
            <pc:sldMk cId="1986852698" sldId="314"/>
            <ac:spMk id="6" creationId="{741CE1CD-7C67-F04D-8AD8-892756DB26B2}"/>
          </ac:spMkLst>
        </pc:spChg>
        <pc:spChg chg="mod">
          <ac:chgData name="raj ...." userId="45a8f3295fd08f58" providerId="Windows Live" clId="Web-{E7FACE13-2344-4D9F-B7B2-BED76AA0216F}" dt="2026-05-21T06:58:26.057" v="112" actId="1076"/>
          <ac:spMkLst>
            <pc:docMk/>
            <pc:sldMk cId="1986852698" sldId="314"/>
            <ac:spMk id="335" creationId="{B80F5727-85E7-45F7-BCCF-63924B8DA03C}"/>
          </ac:spMkLst>
        </pc:spChg>
        <pc:grpChg chg="del">
          <ac:chgData name="raj ...." userId="45a8f3295fd08f58" providerId="Windows Live" clId="Web-{E7FACE13-2344-4D9F-B7B2-BED76AA0216F}" dt="2026-05-21T06:58:44.605" v="117"/>
          <ac:grpSpMkLst>
            <pc:docMk/>
            <pc:sldMk cId="1986852698" sldId="314"/>
            <ac:grpSpMk id="2" creationId="{0D147949-D506-48B0-AB06-DBBE23FDE426}"/>
          </ac:grpSpMkLst>
        </pc:grpChg>
        <pc:grpChg chg="del">
          <ac:chgData name="raj ...." userId="45a8f3295fd08f58" providerId="Windows Live" clId="Web-{E7FACE13-2344-4D9F-B7B2-BED76AA0216F}" dt="2026-05-21T06:58:39.105" v="115"/>
          <ac:grpSpMkLst>
            <pc:docMk/>
            <pc:sldMk cId="1986852698" sldId="314"/>
            <ac:grpSpMk id="342" creationId="{576A441E-ECEB-EE4C-8C56-6F09C97E9B69}"/>
          </ac:grpSpMkLst>
        </pc:grpChg>
        <pc:grpChg chg="del">
          <ac:chgData name="raj ...." userId="45a8f3295fd08f58" providerId="Windows Live" clId="Web-{E7FACE13-2344-4D9F-B7B2-BED76AA0216F}" dt="2026-05-21T06:58:35.761" v="114"/>
          <ac:grpSpMkLst>
            <pc:docMk/>
            <pc:sldMk cId="1986852698" sldId="314"/>
            <ac:grpSpMk id="377" creationId="{6FC84A6C-9172-0A44-BFBF-2166ACFE5492}"/>
          </ac:grpSpMkLst>
        </pc:grpChg>
        <pc:grpChg chg="del">
          <ac:chgData name="raj ...." userId="45a8f3295fd08f58" providerId="Windows Live" clId="Web-{E7FACE13-2344-4D9F-B7B2-BED76AA0216F}" dt="2026-05-21T06:58:47.184" v="118"/>
          <ac:grpSpMkLst>
            <pc:docMk/>
            <pc:sldMk cId="1986852698" sldId="314"/>
            <ac:grpSpMk id="379" creationId="{3CDD1A27-E00B-5C43-86C0-CDA02B9D0EF1}"/>
          </ac:grpSpMkLst>
        </pc:grpChg>
        <pc:picChg chg="add del mod">
          <ac:chgData name="raj ...." userId="45a8f3295fd08f58" providerId="Windows Live" clId="Web-{E7FACE13-2344-4D9F-B7B2-BED76AA0216F}" dt="2026-05-21T07:14:58.307" v="509"/>
          <ac:picMkLst>
            <pc:docMk/>
            <pc:sldMk cId="1986852698" sldId="314"/>
            <ac:picMk id="3" creationId="{852F3853-0E7D-5408-B410-A18CA78BB174}"/>
          </ac:picMkLst>
        </pc:picChg>
      </pc:sldChg>
      <pc:sldChg chg="del">
        <pc:chgData name="raj ...." userId="45a8f3295fd08f58" providerId="Windows Live" clId="Web-{E7FACE13-2344-4D9F-B7B2-BED76AA0216F}" dt="2026-05-21T07:21:15.692" v="547"/>
        <pc:sldMkLst>
          <pc:docMk/>
          <pc:sldMk cId="2347001734" sldId="323"/>
        </pc:sldMkLst>
      </pc:sldChg>
      <pc:sldChg chg="del">
        <pc:chgData name="raj ...." userId="45a8f3295fd08f58" providerId="Windows Live" clId="Web-{E7FACE13-2344-4D9F-B7B2-BED76AA0216F}" dt="2026-05-21T07:21:15.660" v="546"/>
        <pc:sldMkLst>
          <pc:docMk/>
          <pc:sldMk cId="3546491960" sldId="324"/>
        </pc:sldMkLst>
      </pc:sldChg>
      <pc:sldChg chg="del">
        <pc:chgData name="raj ...." userId="45a8f3295fd08f58" providerId="Windows Live" clId="Web-{E7FACE13-2344-4D9F-B7B2-BED76AA0216F}" dt="2026-05-21T07:23:08.964" v="552"/>
        <pc:sldMkLst>
          <pc:docMk/>
          <pc:sldMk cId="3126986573" sldId="325"/>
        </pc:sldMkLst>
      </pc:sldChg>
      <pc:sldChg chg="delSp modSp">
        <pc:chgData name="raj ...." userId="45a8f3295fd08f58" providerId="Windows Live" clId="Web-{E7FACE13-2344-4D9F-B7B2-BED76AA0216F}" dt="2026-05-21T07:23:05.308" v="551" actId="20577"/>
        <pc:sldMkLst>
          <pc:docMk/>
          <pc:sldMk cId="295007510" sldId="329"/>
        </pc:sldMkLst>
        <pc:spChg chg="mod">
          <ac:chgData name="raj ...." userId="45a8f3295fd08f58" providerId="Windows Live" clId="Web-{E7FACE13-2344-4D9F-B7B2-BED76AA0216F}" dt="2026-05-21T07:06:29.557" v="166" actId="20577"/>
          <ac:spMkLst>
            <pc:docMk/>
            <pc:sldMk cId="295007510" sldId="329"/>
            <ac:spMk id="8" creationId="{00000000-0000-0000-0000-000000000000}"/>
          </ac:spMkLst>
        </pc:spChg>
        <pc:spChg chg="mod">
          <ac:chgData name="raj ...." userId="45a8f3295fd08f58" providerId="Windows Live" clId="Web-{E7FACE13-2344-4D9F-B7B2-BED76AA0216F}" dt="2026-05-21T07:23:05.308" v="551" actId="20577"/>
          <ac:spMkLst>
            <pc:docMk/>
            <pc:sldMk cId="295007510" sldId="329"/>
            <ac:spMk id="23" creationId="{CB660AA3-E4E2-304A-B505-09E85E0DE613}"/>
          </ac:spMkLst>
        </pc:spChg>
        <pc:spChg chg="del">
          <ac:chgData name="raj ...." userId="45a8f3295fd08f58" providerId="Windows Live" clId="Web-{E7FACE13-2344-4D9F-B7B2-BED76AA0216F}" dt="2026-05-21T07:07:00.903" v="169"/>
          <ac:spMkLst>
            <pc:docMk/>
            <pc:sldMk cId="295007510" sldId="329"/>
            <ac:spMk id="24" creationId="{BEC5651A-1214-F746-8532-ADF3D995DD98}"/>
          </ac:spMkLst>
        </pc:spChg>
        <pc:spChg chg="del">
          <ac:chgData name="raj ...." userId="45a8f3295fd08f58" providerId="Windows Live" clId="Web-{E7FACE13-2344-4D9F-B7B2-BED76AA0216F}" dt="2026-05-21T07:06:58.574" v="168"/>
          <ac:spMkLst>
            <pc:docMk/>
            <pc:sldMk cId="295007510" sldId="329"/>
            <ac:spMk id="25" creationId="{90195855-F55D-314F-9E91-B9A4E058DA75}"/>
          </ac:spMkLst>
        </pc:spChg>
        <pc:spChg chg="del mod">
          <ac:chgData name="raj ...." userId="45a8f3295fd08f58" providerId="Windows Live" clId="Web-{E7FACE13-2344-4D9F-B7B2-BED76AA0216F}" dt="2026-05-21T07:07:23.498" v="173"/>
          <ac:spMkLst>
            <pc:docMk/>
            <pc:sldMk cId="295007510" sldId="329"/>
            <ac:spMk id="26" creationId="{E599CA09-D871-4F87-AD9A-2C88C22A3FA1}"/>
          </ac:spMkLst>
        </pc:spChg>
        <pc:spChg chg="del">
          <ac:chgData name="raj ...." userId="45a8f3295fd08f58" providerId="Windows Live" clId="Web-{E7FACE13-2344-4D9F-B7B2-BED76AA0216F}" dt="2026-05-21T07:07:19.982" v="172"/>
          <ac:spMkLst>
            <pc:docMk/>
            <pc:sldMk cId="295007510" sldId="329"/>
            <ac:spMk id="27" creationId="{1F8D0AC6-C4B8-7A41-B116-FDA80C9B85D8}"/>
          </ac:spMkLst>
        </pc:spChg>
        <pc:spChg chg="del">
          <ac:chgData name="raj ...." userId="45a8f3295fd08f58" providerId="Windows Live" clId="Web-{E7FACE13-2344-4D9F-B7B2-BED76AA0216F}" dt="2026-05-21T07:07:03.606" v="170"/>
          <ac:spMkLst>
            <pc:docMk/>
            <pc:sldMk cId="295007510" sldId="329"/>
            <ac:spMk id="28" creationId="{748447CC-EC53-3642-B3A4-B8087CD64272}"/>
          </ac:spMkLst>
        </pc:spChg>
      </pc:sldChg>
      <pc:sldChg chg="delSp modSp">
        <pc:chgData name="raj ...." userId="45a8f3295fd08f58" providerId="Windows Live" clId="Web-{E7FACE13-2344-4D9F-B7B2-BED76AA0216F}" dt="2026-05-21T07:22:38.369" v="549" actId="20577"/>
        <pc:sldMkLst>
          <pc:docMk/>
          <pc:sldMk cId="1378602634" sldId="332"/>
        </pc:sldMkLst>
        <pc:spChg chg="mod">
          <ac:chgData name="raj ...." userId="45a8f3295fd08f58" providerId="Windows Live" clId="Web-{E7FACE13-2344-4D9F-B7B2-BED76AA0216F}" dt="2026-05-21T07:01:48.774" v="136" actId="20577"/>
          <ac:spMkLst>
            <pc:docMk/>
            <pc:sldMk cId="1378602634" sldId="332"/>
            <ac:spMk id="4" creationId="{00000000-0000-0000-0000-000000000000}"/>
          </ac:spMkLst>
        </pc:spChg>
        <pc:spChg chg="mod">
          <ac:chgData name="raj ...." userId="45a8f3295fd08f58" providerId="Windows Live" clId="Web-{E7FACE13-2344-4D9F-B7B2-BED76AA0216F}" dt="2026-05-21T07:22:38.369" v="549" actId="20577"/>
          <ac:spMkLst>
            <pc:docMk/>
            <pc:sldMk cId="1378602634" sldId="332"/>
            <ac:spMk id="11" creationId="{83DC4196-221B-4ABE-B326-B17B0BEE33E0}"/>
          </ac:spMkLst>
        </pc:spChg>
        <pc:spChg chg="del">
          <ac:chgData name="raj ...." userId="45a8f3295fd08f58" providerId="Windows Live" clId="Web-{E7FACE13-2344-4D9F-B7B2-BED76AA0216F}" dt="2026-05-21T07:02:29.073" v="140"/>
          <ac:spMkLst>
            <pc:docMk/>
            <pc:sldMk cId="1378602634" sldId="332"/>
            <ac:spMk id="247" creationId="{5AA35102-AB60-D54D-B08F-7810C67E559F}"/>
          </ac:spMkLst>
        </pc:spChg>
        <pc:grpChg chg="del">
          <ac:chgData name="raj ...." userId="45a8f3295fd08f58" providerId="Windows Live" clId="Web-{E7FACE13-2344-4D9F-B7B2-BED76AA0216F}" dt="2026-05-21T07:02:05.994" v="137"/>
          <ac:grpSpMkLst>
            <pc:docMk/>
            <pc:sldMk cId="1378602634" sldId="332"/>
            <ac:grpSpMk id="96" creationId="{4D5ABF98-78AE-0B40-AB1A-E840CE156D8F}"/>
          </ac:grpSpMkLst>
        </pc:grpChg>
        <pc:grpChg chg="del">
          <ac:chgData name="raj ...." userId="45a8f3295fd08f58" providerId="Windows Live" clId="Web-{E7FACE13-2344-4D9F-B7B2-BED76AA0216F}" dt="2026-05-21T07:02:17.541" v="139"/>
          <ac:grpSpMkLst>
            <pc:docMk/>
            <pc:sldMk cId="1378602634" sldId="332"/>
            <ac:grpSpMk id="241" creationId="{7EAEDFCA-1AB9-BC45-97C8-1359ABF190D3}"/>
          </ac:grpSpMkLst>
        </pc:grpChg>
        <pc:grpChg chg="del">
          <ac:chgData name="raj ...." userId="45a8f3295fd08f58" providerId="Windows Live" clId="Web-{E7FACE13-2344-4D9F-B7B2-BED76AA0216F}" dt="2026-05-21T07:02:07.806" v="138"/>
          <ac:grpSpMkLst>
            <pc:docMk/>
            <pc:sldMk cId="1378602634" sldId="332"/>
            <ac:grpSpMk id="261" creationId="{3E526262-B10F-754E-BA48-6B7AD12CC55B}"/>
          </ac:grpSpMkLst>
        </pc:grpChg>
      </pc:sldChg>
      <pc:sldChg chg="del">
        <pc:chgData name="raj ...." userId="45a8f3295fd08f58" providerId="Windows Live" clId="Web-{E7FACE13-2344-4D9F-B7B2-BED76AA0216F}" dt="2026-05-21T07:21:15.692" v="548"/>
        <pc:sldMkLst>
          <pc:docMk/>
          <pc:sldMk cId="559240985" sldId="333"/>
        </pc:sldMkLst>
      </pc:sldChg>
      <pc:sldChg chg="modSp add ord replId">
        <pc:chgData name="raj ...." userId="45a8f3295fd08f58" providerId="Windows Live" clId="Web-{E7FACE13-2344-4D9F-B7B2-BED76AA0216F}" dt="2026-05-21T07:23:25.669" v="554" actId="20577"/>
        <pc:sldMkLst>
          <pc:docMk/>
          <pc:sldMk cId="3337983547" sldId="334"/>
        </pc:sldMkLst>
        <pc:spChg chg="mod">
          <ac:chgData name="raj ...." userId="45a8f3295fd08f58" providerId="Windows Live" clId="Web-{E7FACE13-2344-4D9F-B7B2-BED76AA0216F}" dt="2026-05-21T07:08:07.673" v="176" actId="20577"/>
          <ac:spMkLst>
            <pc:docMk/>
            <pc:sldMk cId="3337983547" sldId="334"/>
            <ac:spMk id="4" creationId="{2DC21313-A2DE-15D0-2026-A061B6E18A9B}"/>
          </ac:spMkLst>
        </pc:spChg>
        <pc:spChg chg="mod">
          <ac:chgData name="raj ...." userId="45a8f3295fd08f58" providerId="Windows Live" clId="Web-{E7FACE13-2344-4D9F-B7B2-BED76AA0216F}" dt="2026-05-21T07:23:25.669" v="554" actId="20577"/>
          <ac:spMkLst>
            <pc:docMk/>
            <pc:sldMk cId="3337983547" sldId="334"/>
            <ac:spMk id="11" creationId="{5B15D1EF-F341-1B75-36E7-B5188AE1A7FA}"/>
          </ac:spMkLst>
        </pc:spChg>
      </pc:sldChg>
      <pc:sldChg chg="modSp add replId">
        <pc:chgData name="raj ...." userId="45a8f3295fd08f58" providerId="Windows Live" clId="Web-{E7FACE13-2344-4D9F-B7B2-BED76AA0216F}" dt="2026-05-21T07:23:45.388" v="555" actId="20577"/>
        <pc:sldMkLst>
          <pc:docMk/>
          <pc:sldMk cId="3596099581" sldId="335"/>
        </pc:sldMkLst>
        <pc:spChg chg="mod">
          <ac:chgData name="raj ...." userId="45a8f3295fd08f58" providerId="Windows Live" clId="Web-{E7FACE13-2344-4D9F-B7B2-BED76AA0216F}" dt="2026-05-21T07:08:48.535" v="180" actId="20577"/>
          <ac:spMkLst>
            <pc:docMk/>
            <pc:sldMk cId="3596099581" sldId="335"/>
            <ac:spMk id="4" creationId="{291F6701-D2F5-8288-318E-E280D2A58D3D}"/>
          </ac:spMkLst>
        </pc:spChg>
        <pc:spChg chg="mod">
          <ac:chgData name="raj ...." userId="45a8f3295fd08f58" providerId="Windows Live" clId="Web-{E7FACE13-2344-4D9F-B7B2-BED76AA0216F}" dt="2026-05-21T07:23:45.388" v="555" actId="20577"/>
          <ac:spMkLst>
            <pc:docMk/>
            <pc:sldMk cId="3596099581" sldId="335"/>
            <ac:spMk id="11" creationId="{1E9D5A1C-07F7-A566-C237-4CBBB2667E46}"/>
          </ac:spMkLst>
        </pc:spChg>
      </pc:sldChg>
      <pc:sldChg chg="modSp add replId">
        <pc:chgData name="raj ...." userId="45a8f3295fd08f58" providerId="Windows Live" clId="Web-{E7FACE13-2344-4D9F-B7B2-BED76AA0216F}" dt="2026-05-21T07:23:59.296" v="556" actId="20577"/>
        <pc:sldMkLst>
          <pc:docMk/>
          <pc:sldMk cId="2740049118" sldId="336"/>
        </pc:sldMkLst>
        <pc:spChg chg="mod">
          <ac:chgData name="raj ...." userId="45a8f3295fd08f58" providerId="Windows Live" clId="Web-{E7FACE13-2344-4D9F-B7B2-BED76AA0216F}" dt="2026-05-21T07:09:43.788" v="184" actId="20577"/>
          <ac:spMkLst>
            <pc:docMk/>
            <pc:sldMk cId="2740049118" sldId="336"/>
            <ac:spMk id="4" creationId="{D7E514F9-53D8-865B-E754-1F52DCA23755}"/>
          </ac:spMkLst>
        </pc:spChg>
        <pc:spChg chg="mod">
          <ac:chgData name="raj ...." userId="45a8f3295fd08f58" providerId="Windows Live" clId="Web-{E7FACE13-2344-4D9F-B7B2-BED76AA0216F}" dt="2026-05-21T07:23:59.296" v="556" actId="20577"/>
          <ac:spMkLst>
            <pc:docMk/>
            <pc:sldMk cId="2740049118" sldId="336"/>
            <ac:spMk id="11" creationId="{DD49B557-55C3-D393-F40A-527C9F332D2C}"/>
          </ac:spMkLst>
        </pc:spChg>
      </pc:sldChg>
      <pc:sldChg chg="addSp delSp modSp add replId">
        <pc:chgData name="raj ...." userId="45a8f3295fd08f58" providerId="Windows Live" clId="Web-{E7FACE13-2344-4D9F-B7B2-BED76AA0216F}" dt="2026-05-21T07:13:44.819" v="501"/>
        <pc:sldMkLst>
          <pc:docMk/>
          <pc:sldMk cId="3464021695" sldId="337"/>
        </pc:sldMkLst>
        <pc:spChg chg="add del mod">
          <ac:chgData name="raj ...." userId="45a8f3295fd08f58" providerId="Windows Live" clId="Web-{E7FACE13-2344-4D9F-B7B2-BED76AA0216F}" dt="2026-05-21T07:10:38.760" v="191"/>
          <ac:spMkLst>
            <pc:docMk/>
            <pc:sldMk cId="3464021695" sldId="337"/>
            <ac:spMk id="3" creationId="{ACE0AF5A-66DB-043A-664F-76C055062D21}"/>
          </ac:spMkLst>
        </pc:spChg>
        <pc:spChg chg="mod">
          <ac:chgData name="raj ...." userId="45a8f3295fd08f58" providerId="Windows Live" clId="Web-{E7FACE13-2344-4D9F-B7B2-BED76AA0216F}" dt="2026-05-21T07:10:20.962" v="188" actId="20577"/>
          <ac:spMkLst>
            <pc:docMk/>
            <pc:sldMk cId="3464021695" sldId="337"/>
            <ac:spMk id="4" creationId="{01682BE8-7825-1AE1-5EEE-99C57DC8204C}"/>
          </ac:spMkLst>
        </pc:spChg>
        <pc:spChg chg="del">
          <ac:chgData name="raj ...." userId="45a8f3295fd08f58" providerId="Windows Live" clId="Web-{E7FACE13-2344-4D9F-B7B2-BED76AA0216F}" dt="2026-05-21T07:10:31.369" v="189"/>
          <ac:spMkLst>
            <pc:docMk/>
            <pc:sldMk cId="3464021695" sldId="337"/>
            <ac:spMk id="11" creationId="{4AE8457A-3644-C077-9F7E-6FA7B65B862C}"/>
          </ac:spMkLst>
        </pc:spChg>
        <pc:graphicFrameChg chg="add mod modGraphic">
          <ac:chgData name="raj ...." userId="45a8f3295fd08f58" providerId="Windows Live" clId="Web-{E7FACE13-2344-4D9F-B7B2-BED76AA0216F}" dt="2026-05-21T07:13:44.819" v="501"/>
          <ac:graphicFrameMkLst>
            <pc:docMk/>
            <pc:sldMk cId="3464021695" sldId="337"/>
            <ac:graphicFrameMk id="5" creationId="{F83A9202-3569-B594-80A7-1B7DC30313CF}"/>
          </ac:graphicFrameMkLst>
        </pc:graphicFrameChg>
        <pc:picChg chg="del">
          <ac:chgData name="raj ...." userId="45a8f3295fd08f58" providerId="Windows Live" clId="Web-{E7FACE13-2344-4D9F-B7B2-BED76AA0216F}" dt="2026-05-21T07:10:34.713" v="190"/>
          <ac:picMkLst>
            <pc:docMk/>
            <pc:sldMk cId="3464021695" sldId="337"/>
            <ac:picMk id="18" creationId="{FC9A9F30-F7F9-B3F2-AA23-C277F3206207}"/>
          </ac:picMkLst>
        </pc:picChg>
      </pc:sldChg>
      <pc:sldChg chg="modSp add ord replId">
        <pc:chgData name="raj ...." userId="45a8f3295fd08f58" providerId="Windows Live" clId="Web-{E7FACE13-2344-4D9F-B7B2-BED76AA0216F}" dt="2026-05-21T07:24:25.907" v="558" actId="20577"/>
        <pc:sldMkLst>
          <pc:docMk/>
          <pc:sldMk cId="75212269" sldId="338"/>
        </pc:sldMkLst>
        <pc:spChg chg="mod">
          <ac:chgData name="raj ...." userId="45a8f3295fd08f58" providerId="Windows Live" clId="Web-{E7FACE13-2344-4D9F-B7B2-BED76AA0216F}" dt="2026-05-21T07:15:24.762" v="512" actId="20577"/>
          <ac:spMkLst>
            <pc:docMk/>
            <pc:sldMk cId="75212269" sldId="338"/>
            <ac:spMk id="4" creationId="{3E1F599C-1291-F4C1-5E43-62B747D94688}"/>
          </ac:spMkLst>
        </pc:spChg>
        <pc:spChg chg="mod">
          <ac:chgData name="raj ...." userId="45a8f3295fd08f58" providerId="Windows Live" clId="Web-{E7FACE13-2344-4D9F-B7B2-BED76AA0216F}" dt="2026-05-21T07:24:25.907" v="558" actId="20577"/>
          <ac:spMkLst>
            <pc:docMk/>
            <pc:sldMk cId="75212269" sldId="338"/>
            <ac:spMk id="11" creationId="{5E60B30C-B845-9E71-C59B-F76E964A999B}"/>
          </ac:spMkLst>
        </pc:spChg>
      </pc:sldChg>
      <pc:sldChg chg="modSp add replId">
        <pc:chgData name="raj ...." userId="45a8f3295fd08f58" providerId="Windows Live" clId="Web-{E7FACE13-2344-4D9F-B7B2-BED76AA0216F}" dt="2026-05-21T07:24:49.252" v="560" actId="20577"/>
        <pc:sldMkLst>
          <pc:docMk/>
          <pc:sldMk cId="168284591" sldId="339"/>
        </pc:sldMkLst>
        <pc:spChg chg="mod">
          <ac:chgData name="raj ...." userId="45a8f3295fd08f58" providerId="Windows Live" clId="Web-{E7FACE13-2344-4D9F-B7B2-BED76AA0216F}" dt="2026-05-21T07:15:51.373" v="516" actId="20577"/>
          <ac:spMkLst>
            <pc:docMk/>
            <pc:sldMk cId="168284591" sldId="339"/>
            <ac:spMk id="4" creationId="{6D0DC9B1-6F62-9153-BE10-99D75C0EC5AF}"/>
          </ac:spMkLst>
        </pc:spChg>
        <pc:spChg chg="mod">
          <ac:chgData name="raj ...." userId="45a8f3295fd08f58" providerId="Windows Live" clId="Web-{E7FACE13-2344-4D9F-B7B2-BED76AA0216F}" dt="2026-05-21T07:24:49.252" v="560" actId="20577"/>
          <ac:spMkLst>
            <pc:docMk/>
            <pc:sldMk cId="168284591" sldId="339"/>
            <ac:spMk id="11" creationId="{6C681EAC-80C9-0DA1-6B6F-188EB958F3DF}"/>
          </ac:spMkLst>
        </pc:spChg>
      </pc:sldChg>
      <pc:sldChg chg="modSp add replId">
        <pc:chgData name="raj ...." userId="45a8f3295fd08f58" providerId="Windows Live" clId="Web-{E7FACE13-2344-4D9F-B7B2-BED76AA0216F}" dt="2026-05-21T07:25:08.831" v="561" actId="20577"/>
        <pc:sldMkLst>
          <pc:docMk/>
          <pc:sldMk cId="2072504736" sldId="340"/>
        </pc:sldMkLst>
        <pc:spChg chg="mod">
          <ac:chgData name="raj ...." userId="45a8f3295fd08f58" providerId="Windows Live" clId="Web-{E7FACE13-2344-4D9F-B7B2-BED76AA0216F}" dt="2026-05-21T07:16:19.703" v="519" actId="20577"/>
          <ac:spMkLst>
            <pc:docMk/>
            <pc:sldMk cId="2072504736" sldId="340"/>
            <ac:spMk id="4" creationId="{6E8354E6-EFC5-0F96-2C23-1499A3C07584}"/>
          </ac:spMkLst>
        </pc:spChg>
        <pc:spChg chg="mod">
          <ac:chgData name="raj ...." userId="45a8f3295fd08f58" providerId="Windows Live" clId="Web-{E7FACE13-2344-4D9F-B7B2-BED76AA0216F}" dt="2026-05-21T07:25:08.831" v="561" actId="20577"/>
          <ac:spMkLst>
            <pc:docMk/>
            <pc:sldMk cId="2072504736" sldId="340"/>
            <ac:spMk id="11" creationId="{374137DA-B045-19E5-338F-7951F80241A0}"/>
          </ac:spMkLst>
        </pc:spChg>
      </pc:sldChg>
      <pc:sldChg chg="modSp add replId">
        <pc:chgData name="raj ...." userId="45a8f3295fd08f58" providerId="Windows Live" clId="Web-{E7FACE13-2344-4D9F-B7B2-BED76AA0216F}" dt="2026-05-21T07:25:29.583" v="563" actId="20577"/>
        <pc:sldMkLst>
          <pc:docMk/>
          <pc:sldMk cId="4195417822" sldId="341"/>
        </pc:sldMkLst>
        <pc:spChg chg="mod">
          <ac:chgData name="raj ...." userId="45a8f3295fd08f58" providerId="Windows Live" clId="Web-{E7FACE13-2344-4D9F-B7B2-BED76AA0216F}" dt="2026-05-21T07:16:50.909" v="522" actId="20577"/>
          <ac:spMkLst>
            <pc:docMk/>
            <pc:sldMk cId="4195417822" sldId="341"/>
            <ac:spMk id="4" creationId="{58F39C6D-E533-5F73-D330-AC895B168182}"/>
          </ac:spMkLst>
        </pc:spChg>
        <pc:spChg chg="mod">
          <ac:chgData name="raj ...." userId="45a8f3295fd08f58" providerId="Windows Live" clId="Web-{E7FACE13-2344-4D9F-B7B2-BED76AA0216F}" dt="2026-05-21T07:25:29.583" v="563" actId="20577"/>
          <ac:spMkLst>
            <pc:docMk/>
            <pc:sldMk cId="4195417822" sldId="341"/>
            <ac:spMk id="11" creationId="{BBDBA952-774D-A210-DD1D-C56F6EF12480}"/>
          </ac:spMkLst>
        </pc:spChg>
      </pc:sldChg>
      <pc:sldChg chg="modSp add replId">
        <pc:chgData name="raj ...." userId="45a8f3295fd08f58" providerId="Windows Live" clId="Web-{E7FACE13-2344-4D9F-B7B2-BED76AA0216F}" dt="2026-05-21T07:25:54.256" v="566" actId="20577"/>
        <pc:sldMkLst>
          <pc:docMk/>
          <pc:sldMk cId="3319184882" sldId="342"/>
        </pc:sldMkLst>
        <pc:spChg chg="mod">
          <ac:chgData name="raj ...." userId="45a8f3295fd08f58" providerId="Windows Live" clId="Web-{E7FACE13-2344-4D9F-B7B2-BED76AA0216F}" dt="2026-05-21T07:17:33.037" v="526" actId="20577"/>
          <ac:spMkLst>
            <pc:docMk/>
            <pc:sldMk cId="3319184882" sldId="342"/>
            <ac:spMk id="4" creationId="{7EB110FB-7F3A-DA28-D227-658A284A2E4A}"/>
          </ac:spMkLst>
        </pc:spChg>
        <pc:spChg chg="mod">
          <ac:chgData name="raj ...." userId="45a8f3295fd08f58" providerId="Windows Live" clId="Web-{E7FACE13-2344-4D9F-B7B2-BED76AA0216F}" dt="2026-05-21T07:25:54.256" v="566" actId="20577"/>
          <ac:spMkLst>
            <pc:docMk/>
            <pc:sldMk cId="3319184882" sldId="342"/>
            <ac:spMk id="11" creationId="{9880BED7-99C4-A691-86D2-5D2E5C5B8B80}"/>
          </ac:spMkLst>
        </pc:spChg>
      </pc:sldChg>
      <pc:sldChg chg="modSp add replId">
        <pc:chgData name="raj ...." userId="45a8f3295fd08f58" providerId="Windows Live" clId="Web-{E7FACE13-2344-4D9F-B7B2-BED76AA0216F}" dt="2026-05-21T07:26:35.493" v="568" actId="20577"/>
        <pc:sldMkLst>
          <pc:docMk/>
          <pc:sldMk cId="1910346456" sldId="343"/>
        </pc:sldMkLst>
        <pc:spChg chg="mod">
          <ac:chgData name="raj ...." userId="45a8f3295fd08f58" providerId="Windows Live" clId="Web-{E7FACE13-2344-4D9F-B7B2-BED76AA0216F}" dt="2026-05-21T07:18:03.382" v="529" actId="20577"/>
          <ac:spMkLst>
            <pc:docMk/>
            <pc:sldMk cId="1910346456" sldId="343"/>
            <ac:spMk id="4" creationId="{26BA3F02-2A3C-D7DF-3B85-4A0F00B999C9}"/>
          </ac:spMkLst>
        </pc:spChg>
        <pc:spChg chg="mod">
          <ac:chgData name="raj ...." userId="45a8f3295fd08f58" providerId="Windows Live" clId="Web-{E7FACE13-2344-4D9F-B7B2-BED76AA0216F}" dt="2026-05-21T07:26:35.493" v="568" actId="20577"/>
          <ac:spMkLst>
            <pc:docMk/>
            <pc:sldMk cId="1910346456" sldId="343"/>
            <ac:spMk id="11" creationId="{418B904A-F421-9FA9-5EA7-B1E510950541}"/>
          </ac:spMkLst>
        </pc:spChg>
      </pc:sldChg>
      <pc:sldChg chg="modSp add replId">
        <pc:chgData name="raj ...." userId="45a8f3295fd08f58" providerId="Windows Live" clId="Web-{E7FACE13-2344-4D9F-B7B2-BED76AA0216F}" dt="2026-05-21T17:07:01.207" v="570" actId="20577"/>
        <pc:sldMkLst>
          <pc:docMk/>
          <pc:sldMk cId="443490760" sldId="344"/>
        </pc:sldMkLst>
        <pc:spChg chg="mod">
          <ac:chgData name="raj ...." userId="45a8f3295fd08f58" providerId="Windows Live" clId="Web-{E7FACE13-2344-4D9F-B7B2-BED76AA0216F}" dt="2026-05-21T07:18:36.681" v="532" actId="20577"/>
          <ac:spMkLst>
            <pc:docMk/>
            <pc:sldMk cId="443490760" sldId="344"/>
            <ac:spMk id="4" creationId="{FEDDE42B-51E8-87DC-C5C1-0D2E3A347BCC}"/>
          </ac:spMkLst>
        </pc:spChg>
        <pc:spChg chg="mod">
          <ac:chgData name="raj ...." userId="45a8f3295fd08f58" providerId="Windows Live" clId="Web-{E7FACE13-2344-4D9F-B7B2-BED76AA0216F}" dt="2026-05-21T17:07:01.207" v="570" actId="20577"/>
          <ac:spMkLst>
            <pc:docMk/>
            <pc:sldMk cId="443490760" sldId="344"/>
            <ac:spMk id="11" creationId="{C1D5BE29-F7FE-51CC-D797-887AE155971A}"/>
          </ac:spMkLst>
        </pc:spChg>
      </pc:sldChg>
      <pc:sldChg chg="modSp add replId">
        <pc:chgData name="raj ...." userId="45a8f3295fd08f58" providerId="Windows Live" clId="Web-{E7FACE13-2344-4D9F-B7B2-BED76AA0216F}" dt="2026-05-21T17:07:47.989" v="571" actId="20577"/>
        <pc:sldMkLst>
          <pc:docMk/>
          <pc:sldMk cId="3856516468" sldId="345"/>
        </pc:sldMkLst>
        <pc:spChg chg="mod">
          <ac:chgData name="raj ...." userId="45a8f3295fd08f58" providerId="Windows Live" clId="Web-{E7FACE13-2344-4D9F-B7B2-BED76AA0216F}" dt="2026-05-21T07:19:07.574" v="535" actId="20577"/>
          <ac:spMkLst>
            <pc:docMk/>
            <pc:sldMk cId="3856516468" sldId="345"/>
            <ac:spMk id="4" creationId="{60059914-9EFD-48BB-B0AF-D42319699872}"/>
          </ac:spMkLst>
        </pc:spChg>
        <pc:spChg chg="mod">
          <ac:chgData name="raj ...." userId="45a8f3295fd08f58" providerId="Windows Live" clId="Web-{E7FACE13-2344-4D9F-B7B2-BED76AA0216F}" dt="2026-05-21T17:07:47.989" v="571" actId="20577"/>
          <ac:spMkLst>
            <pc:docMk/>
            <pc:sldMk cId="3856516468" sldId="345"/>
            <ac:spMk id="11" creationId="{B5171B5B-270D-0E4A-2D1E-8D7557045041}"/>
          </ac:spMkLst>
        </pc:spChg>
      </pc:sldChg>
      <pc:sldChg chg="modSp add replId">
        <pc:chgData name="raj ...." userId="45a8f3295fd08f58" providerId="Windows Live" clId="Web-{E7FACE13-2344-4D9F-B7B2-BED76AA0216F}" dt="2026-05-21T17:09:03.679" v="572" actId="20577"/>
        <pc:sldMkLst>
          <pc:docMk/>
          <pc:sldMk cId="1221127062" sldId="346"/>
        </pc:sldMkLst>
        <pc:spChg chg="mod">
          <ac:chgData name="raj ...." userId="45a8f3295fd08f58" providerId="Windows Live" clId="Web-{E7FACE13-2344-4D9F-B7B2-BED76AA0216F}" dt="2026-05-21T07:20:14.297" v="539" actId="20577"/>
          <ac:spMkLst>
            <pc:docMk/>
            <pc:sldMk cId="1221127062" sldId="346"/>
            <ac:spMk id="4" creationId="{91C9E6D5-F234-320E-35FB-CA76D037ED18}"/>
          </ac:spMkLst>
        </pc:spChg>
        <pc:spChg chg="mod">
          <ac:chgData name="raj ...." userId="45a8f3295fd08f58" providerId="Windows Live" clId="Web-{E7FACE13-2344-4D9F-B7B2-BED76AA0216F}" dt="2026-05-21T17:09:03.679" v="572" actId="20577"/>
          <ac:spMkLst>
            <pc:docMk/>
            <pc:sldMk cId="1221127062" sldId="346"/>
            <ac:spMk id="11" creationId="{38F530E3-0916-43BF-45F1-94B892465EE9}"/>
          </ac:spMkLst>
        </pc:spChg>
      </pc:sldChg>
      <pc:sldChg chg="modSp add replId">
        <pc:chgData name="raj ...." userId="45a8f3295fd08f58" providerId="Windows Live" clId="Web-{E7FACE13-2344-4D9F-B7B2-BED76AA0216F}" dt="2026-05-21T17:09:18.555" v="573" actId="20577"/>
        <pc:sldMkLst>
          <pc:docMk/>
          <pc:sldMk cId="2069853439" sldId="347"/>
        </pc:sldMkLst>
        <pc:spChg chg="mod">
          <ac:chgData name="raj ...." userId="45a8f3295fd08f58" providerId="Windows Live" clId="Web-{E7FACE13-2344-4D9F-B7B2-BED76AA0216F}" dt="2026-05-21T07:20:41.393" v="542" actId="20577"/>
          <ac:spMkLst>
            <pc:docMk/>
            <pc:sldMk cId="2069853439" sldId="347"/>
            <ac:spMk id="4" creationId="{F22CC946-8123-B7E1-E80D-5765C1FD2F25}"/>
          </ac:spMkLst>
        </pc:spChg>
        <pc:spChg chg="mod">
          <ac:chgData name="raj ...." userId="45a8f3295fd08f58" providerId="Windows Live" clId="Web-{E7FACE13-2344-4D9F-B7B2-BED76AA0216F}" dt="2026-05-21T17:09:18.555" v="573" actId="20577"/>
          <ac:spMkLst>
            <pc:docMk/>
            <pc:sldMk cId="2069853439" sldId="347"/>
            <ac:spMk id="11" creationId="{8C1FCB1E-C231-6492-B9FB-2A50C23B469E}"/>
          </ac:spMkLst>
        </pc:spChg>
      </pc:sldChg>
      <pc:sldChg chg="modSp add replId">
        <pc:chgData name="raj ...." userId="45a8f3295fd08f58" providerId="Windows Live" clId="Web-{E7FACE13-2344-4D9F-B7B2-BED76AA0216F}" dt="2026-05-21T07:21:05.597" v="545" actId="20577"/>
        <pc:sldMkLst>
          <pc:docMk/>
          <pc:sldMk cId="432592646" sldId="348"/>
        </pc:sldMkLst>
        <pc:spChg chg="mod">
          <ac:chgData name="raj ...." userId="45a8f3295fd08f58" providerId="Windows Live" clId="Web-{E7FACE13-2344-4D9F-B7B2-BED76AA0216F}" dt="2026-05-21T07:21:05.597" v="545" actId="20577"/>
          <ac:spMkLst>
            <pc:docMk/>
            <pc:sldMk cId="432592646" sldId="348"/>
            <ac:spMk id="11" creationId="{76E8BB85-644E-86E3-AA1D-0B8C360BE82D}"/>
          </ac:spMkLst>
        </pc:spChg>
      </pc:sldChg>
    </pc:docChg>
  </pc:docChgLst>
  <pc:docChgLst>
    <pc:chgData name="raj ...." userId="45a8f3295fd08f58" providerId="Windows Live" clId="Web-{62B3A15B-3A37-444A-BDFB-4493BDD5B3D8}"/>
    <pc:docChg chg="addSld modSld">
      <pc:chgData name="raj ...." userId="45a8f3295fd08f58" providerId="Windows Live" clId="Web-{62B3A15B-3A37-444A-BDFB-4493BDD5B3D8}" dt="2026-05-21T18:47:45.532" v="772" actId="1076"/>
      <pc:docMkLst>
        <pc:docMk/>
      </pc:docMkLst>
      <pc:sldChg chg="addSp modSp">
        <pc:chgData name="raj ...." userId="45a8f3295fd08f58" providerId="Windows Live" clId="Web-{62B3A15B-3A37-444A-BDFB-4493BDD5B3D8}" dt="2026-05-21T18:44:00.677" v="760" actId="20577"/>
        <pc:sldMkLst>
          <pc:docMk/>
          <pc:sldMk cId="1986852698" sldId="314"/>
        </pc:sldMkLst>
        <pc:spChg chg="add mod">
          <ac:chgData name="raj ...." userId="45a8f3295fd08f58" providerId="Windows Live" clId="Web-{62B3A15B-3A37-444A-BDFB-4493BDD5B3D8}" dt="2026-05-21T18:43:20.005" v="758" actId="1076"/>
          <ac:spMkLst>
            <pc:docMk/>
            <pc:sldMk cId="1986852698" sldId="314"/>
            <ac:spMk id="2" creationId="{803710E3-A969-3ACC-6C95-C4DFE32C8023}"/>
          </ac:spMkLst>
        </pc:spChg>
        <pc:spChg chg="mod">
          <ac:chgData name="raj ...." userId="45a8f3295fd08f58" providerId="Windows Live" clId="Web-{62B3A15B-3A37-444A-BDFB-4493BDD5B3D8}" dt="2026-05-21T18:44:00.677" v="760" actId="20577"/>
          <ac:spMkLst>
            <pc:docMk/>
            <pc:sldMk cId="1986852698" sldId="314"/>
            <ac:spMk id="5" creationId="{0D2C7A3B-E3BF-4ECB-AD6A-D5AB2501268E}"/>
          </ac:spMkLst>
        </pc:spChg>
        <pc:spChg chg="mod">
          <ac:chgData name="raj ...." userId="45a8f3295fd08f58" providerId="Windows Live" clId="Web-{62B3A15B-3A37-444A-BDFB-4493BDD5B3D8}" dt="2026-05-21T18:23:28.514" v="528" actId="20577"/>
          <ac:spMkLst>
            <pc:docMk/>
            <pc:sldMk cId="1986852698" sldId="314"/>
            <ac:spMk id="335" creationId="{B80F5727-85E7-45F7-BCCF-63924B8DA03C}"/>
          </ac:spMkLst>
        </pc:spChg>
        <pc:picChg chg="add mod">
          <ac:chgData name="raj ...." userId="45a8f3295fd08f58" providerId="Windows Live" clId="Web-{62B3A15B-3A37-444A-BDFB-4493BDD5B3D8}" dt="2026-05-21T18:23:03.670" v="526" actId="1076"/>
          <ac:picMkLst>
            <pc:docMk/>
            <pc:sldMk cId="1986852698" sldId="314"/>
            <ac:picMk id="3" creationId="{CE6567C4-4086-F071-B0D2-583787DCA06F}"/>
          </ac:picMkLst>
        </pc:picChg>
        <pc:picChg chg="add mod">
          <ac:chgData name="raj ...." userId="45a8f3295fd08f58" providerId="Windows Live" clId="Web-{62B3A15B-3A37-444A-BDFB-4493BDD5B3D8}" dt="2026-05-21T18:43:25.661" v="759" actId="1076"/>
          <ac:picMkLst>
            <pc:docMk/>
            <pc:sldMk cId="1986852698" sldId="314"/>
            <ac:picMk id="4" creationId="{8B1C332F-89B1-1FE0-9BE1-A6A0E3FD8606}"/>
          </ac:picMkLst>
        </pc:picChg>
        <pc:picChg chg="add mod">
          <ac:chgData name="raj ...." userId="45a8f3295fd08f58" providerId="Windows Live" clId="Web-{62B3A15B-3A37-444A-BDFB-4493BDD5B3D8}" dt="2026-05-21T18:24:10.312" v="533" actId="1076"/>
          <ac:picMkLst>
            <pc:docMk/>
            <pc:sldMk cId="1986852698" sldId="314"/>
            <ac:picMk id="6" creationId="{19D8AED4-57A3-F581-EF2C-21D21AE79F42}"/>
          </ac:picMkLst>
        </pc:picChg>
      </pc:sldChg>
      <pc:sldChg chg="delSp modSp">
        <pc:chgData name="raj ...." userId="45a8f3295fd08f58" providerId="Windows Live" clId="Web-{62B3A15B-3A37-444A-BDFB-4493BDD5B3D8}" dt="2026-05-21T17:16:31.261" v="38" actId="20577"/>
        <pc:sldMkLst>
          <pc:docMk/>
          <pc:sldMk cId="295007510" sldId="329"/>
        </pc:sldMkLst>
        <pc:spChg chg="mod">
          <ac:chgData name="raj ...." userId="45a8f3295fd08f58" providerId="Windows Live" clId="Web-{62B3A15B-3A37-444A-BDFB-4493BDD5B3D8}" dt="2026-05-21T17:16:31.261" v="38" actId="20577"/>
          <ac:spMkLst>
            <pc:docMk/>
            <pc:sldMk cId="295007510" sldId="329"/>
            <ac:spMk id="8" creationId="{00000000-0000-0000-0000-000000000000}"/>
          </ac:spMkLst>
        </pc:spChg>
        <pc:spChg chg="del">
          <ac:chgData name="raj ...." userId="45a8f3295fd08f58" providerId="Windows Live" clId="Web-{62B3A15B-3A37-444A-BDFB-4493BDD5B3D8}" dt="2026-05-21T17:14:14.338" v="22"/>
          <ac:spMkLst>
            <pc:docMk/>
            <pc:sldMk cId="295007510" sldId="329"/>
            <ac:spMk id="21" creationId="{B9DCCAB9-E6D1-554C-B74B-9A11AFC0E7C2}"/>
          </ac:spMkLst>
        </pc:spChg>
        <pc:spChg chg="mod">
          <ac:chgData name="raj ...." userId="45a8f3295fd08f58" providerId="Windows Live" clId="Web-{62B3A15B-3A37-444A-BDFB-4493BDD5B3D8}" dt="2026-05-21T17:16:07.949" v="35" actId="20577"/>
          <ac:spMkLst>
            <pc:docMk/>
            <pc:sldMk cId="295007510" sldId="329"/>
            <ac:spMk id="23" creationId="{CB660AA3-E4E2-304A-B505-09E85E0DE613}"/>
          </ac:spMkLst>
        </pc:spChg>
        <pc:spChg chg="del">
          <ac:chgData name="raj ...." userId="45a8f3295fd08f58" providerId="Windows Live" clId="Web-{62B3A15B-3A37-444A-BDFB-4493BDD5B3D8}" dt="2026-05-21T17:14:11.432" v="20"/>
          <ac:spMkLst>
            <pc:docMk/>
            <pc:sldMk cId="295007510" sldId="329"/>
            <ac:spMk id="33" creationId="{51C636F5-5A42-3443-B9D7-73FB9372B92D}"/>
          </ac:spMkLst>
        </pc:spChg>
        <pc:spChg chg="del">
          <ac:chgData name="raj ...." userId="45a8f3295fd08f58" providerId="Windows Live" clId="Web-{62B3A15B-3A37-444A-BDFB-4493BDD5B3D8}" dt="2026-05-21T17:14:14.338" v="21"/>
          <ac:spMkLst>
            <pc:docMk/>
            <pc:sldMk cId="295007510" sldId="329"/>
            <ac:spMk id="35" creationId="{6A2EF2D9-DC2E-7F4C-880C-6A0D1CBF4DAA}"/>
          </ac:spMkLst>
        </pc:spChg>
        <pc:grpChg chg="del">
          <ac:chgData name="raj ...." userId="45a8f3295fd08f58" providerId="Windows Live" clId="Web-{62B3A15B-3A37-444A-BDFB-4493BDD5B3D8}" dt="2026-05-21T17:14:02.713" v="13"/>
          <ac:grpSpMkLst>
            <pc:docMk/>
            <pc:sldMk cId="295007510" sldId="329"/>
            <ac:grpSpMk id="15" creationId="{E404DEC0-A6F5-6045-AA4A-241A1D51DFA8}"/>
          </ac:grpSpMkLst>
        </pc:grpChg>
        <pc:picChg chg="del">
          <ac:chgData name="raj ...." userId="45a8f3295fd08f58" providerId="Windows Live" clId="Web-{62B3A15B-3A37-444A-BDFB-4493BDD5B3D8}" dt="2026-05-21T17:13:57.447" v="10"/>
          <ac:picMkLst>
            <pc:docMk/>
            <pc:sldMk cId="295007510" sldId="329"/>
            <ac:picMk id="2" creationId="{974E4D1B-932C-EA44-8EE1-A4725ABD7055}"/>
          </ac:picMkLst>
        </pc:picChg>
        <pc:picChg chg="del">
          <ac:chgData name="raj ...." userId="45a8f3295fd08f58" providerId="Windows Live" clId="Web-{62B3A15B-3A37-444A-BDFB-4493BDD5B3D8}" dt="2026-05-21T17:14:07.291" v="19"/>
          <ac:picMkLst>
            <pc:docMk/>
            <pc:sldMk cId="295007510" sldId="329"/>
            <ac:picMk id="3" creationId="{9CFFF9EA-31F5-3646-8731-04D3680EB2DA}"/>
          </ac:picMkLst>
        </pc:picChg>
        <pc:picChg chg="del">
          <ac:chgData name="raj ...." userId="45a8f3295fd08f58" providerId="Windows Live" clId="Web-{62B3A15B-3A37-444A-BDFB-4493BDD5B3D8}" dt="2026-05-21T17:14:07.291" v="18"/>
          <ac:picMkLst>
            <pc:docMk/>
            <pc:sldMk cId="295007510" sldId="329"/>
            <ac:picMk id="5" creationId="{D068A2E8-9102-D549-A224-00DB9E4E68BB}"/>
          </ac:picMkLst>
        </pc:picChg>
        <pc:picChg chg="del">
          <ac:chgData name="raj ...." userId="45a8f3295fd08f58" providerId="Windows Live" clId="Web-{62B3A15B-3A37-444A-BDFB-4493BDD5B3D8}" dt="2026-05-21T17:13:59.338" v="11"/>
          <ac:picMkLst>
            <pc:docMk/>
            <pc:sldMk cId="295007510" sldId="329"/>
            <ac:picMk id="7" creationId="{39184D8C-167E-0A4F-8072-9E8404470FEA}"/>
          </ac:picMkLst>
        </pc:picChg>
        <pc:picChg chg="del">
          <ac:chgData name="raj ...." userId="45a8f3295fd08f58" providerId="Windows Live" clId="Web-{62B3A15B-3A37-444A-BDFB-4493BDD5B3D8}" dt="2026-05-21T17:14:01.025" v="12"/>
          <ac:picMkLst>
            <pc:docMk/>
            <pc:sldMk cId="295007510" sldId="329"/>
            <ac:picMk id="22" creationId="{EE6D5EC6-39C8-8246-824A-40F8A697F633}"/>
          </ac:picMkLst>
        </pc:picChg>
        <pc:picChg chg="del">
          <ac:chgData name="raj ...." userId="45a8f3295fd08f58" providerId="Windows Live" clId="Web-{62B3A15B-3A37-444A-BDFB-4493BDD5B3D8}" dt="2026-05-21T17:14:07.291" v="17"/>
          <ac:picMkLst>
            <pc:docMk/>
            <pc:sldMk cId="295007510" sldId="329"/>
            <ac:picMk id="30" creationId="{4B4A8295-38BC-ED49-A570-F80D647686C9}"/>
          </ac:picMkLst>
        </pc:picChg>
        <pc:picChg chg="del">
          <ac:chgData name="raj ...." userId="45a8f3295fd08f58" providerId="Windows Live" clId="Web-{62B3A15B-3A37-444A-BDFB-4493BDD5B3D8}" dt="2026-05-21T17:14:07.291" v="16"/>
          <ac:picMkLst>
            <pc:docMk/>
            <pc:sldMk cId="295007510" sldId="329"/>
            <ac:picMk id="31" creationId="{FFD3896D-1D7C-984A-9152-CD2B7259DCD1}"/>
          </ac:picMkLst>
        </pc:picChg>
        <pc:picChg chg="del">
          <ac:chgData name="raj ...." userId="45a8f3295fd08f58" providerId="Windows Live" clId="Web-{62B3A15B-3A37-444A-BDFB-4493BDD5B3D8}" dt="2026-05-21T17:14:07.291" v="15"/>
          <ac:picMkLst>
            <pc:docMk/>
            <pc:sldMk cId="295007510" sldId="329"/>
            <ac:picMk id="32" creationId="{52CFABDD-5A12-A44B-B401-8E83CA3DC504}"/>
          </ac:picMkLst>
        </pc:picChg>
        <pc:picChg chg="del">
          <ac:chgData name="raj ...." userId="45a8f3295fd08f58" providerId="Windows Live" clId="Web-{62B3A15B-3A37-444A-BDFB-4493BDD5B3D8}" dt="2026-05-21T17:14:07.291" v="14"/>
          <ac:picMkLst>
            <pc:docMk/>
            <pc:sldMk cId="295007510" sldId="329"/>
            <ac:picMk id="34" creationId="{E394F0BF-6F0C-8B4E-95C4-034A380722B3}"/>
          </ac:picMkLst>
        </pc:picChg>
      </pc:sldChg>
      <pc:sldChg chg="delSp modSp">
        <pc:chgData name="raj ...." userId="45a8f3295fd08f58" providerId="Windows Live" clId="Web-{62B3A15B-3A37-444A-BDFB-4493BDD5B3D8}" dt="2026-05-21T17:17:15.184" v="44" actId="20577"/>
        <pc:sldMkLst>
          <pc:docMk/>
          <pc:sldMk cId="1378602634" sldId="332"/>
        </pc:sldMkLst>
        <pc:spChg chg="mod">
          <ac:chgData name="raj ...." userId="45a8f3295fd08f58" providerId="Windows Live" clId="Web-{62B3A15B-3A37-444A-BDFB-4493BDD5B3D8}" dt="2026-05-21T17:17:15.184" v="44" actId="20577"/>
          <ac:spMkLst>
            <pc:docMk/>
            <pc:sldMk cId="1378602634" sldId="332"/>
            <ac:spMk id="4" creationId="{00000000-0000-0000-0000-000000000000}"/>
          </ac:spMkLst>
        </pc:spChg>
        <pc:spChg chg="mod">
          <ac:chgData name="raj ...." userId="45a8f3295fd08f58" providerId="Windows Live" clId="Web-{62B3A15B-3A37-444A-BDFB-4493BDD5B3D8}" dt="2026-05-21T17:16:58.652" v="43" actId="14100"/>
          <ac:spMkLst>
            <pc:docMk/>
            <pc:sldMk cId="1378602634" sldId="332"/>
            <ac:spMk id="11" creationId="{83DC4196-221B-4ABE-B326-B17B0BEE33E0}"/>
          </ac:spMkLst>
        </pc:spChg>
        <pc:picChg chg="del">
          <ac:chgData name="raj ...." userId="45a8f3295fd08f58" providerId="Windows Live" clId="Web-{62B3A15B-3A37-444A-BDFB-4493BDD5B3D8}" dt="2026-05-21T17:11:44.477" v="0"/>
          <ac:picMkLst>
            <pc:docMk/>
            <pc:sldMk cId="1378602634" sldId="332"/>
            <ac:picMk id="18" creationId="{7FE1B5F5-9DDB-954D-BAC1-12CB3066B918}"/>
          </ac:picMkLst>
        </pc:picChg>
      </pc:sldChg>
      <pc:sldChg chg="addSp delSp modSp">
        <pc:chgData name="raj ...." userId="45a8f3295fd08f58" providerId="Windows Live" clId="Web-{62B3A15B-3A37-444A-BDFB-4493BDD5B3D8}" dt="2026-05-21T17:21:03.592" v="73" actId="20577"/>
        <pc:sldMkLst>
          <pc:docMk/>
          <pc:sldMk cId="3337983547" sldId="334"/>
        </pc:sldMkLst>
        <pc:spChg chg="add mod">
          <ac:chgData name="raj ...." userId="45a8f3295fd08f58" providerId="Windows Live" clId="Web-{62B3A15B-3A37-444A-BDFB-4493BDD5B3D8}" dt="2026-05-21T17:20:00.482" v="70" actId="1076"/>
          <ac:spMkLst>
            <pc:docMk/>
            <pc:sldMk cId="3337983547" sldId="334"/>
            <ac:spMk id="3" creationId="{138A9D0B-B320-FB07-BAEE-FDE43F753671}"/>
          </ac:spMkLst>
        </pc:spChg>
        <pc:spChg chg="mod">
          <ac:chgData name="raj ...." userId="45a8f3295fd08f58" providerId="Windows Live" clId="Web-{62B3A15B-3A37-444A-BDFB-4493BDD5B3D8}" dt="2026-05-21T17:21:03.592" v="73" actId="20577"/>
          <ac:spMkLst>
            <pc:docMk/>
            <pc:sldMk cId="3337983547" sldId="334"/>
            <ac:spMk id="4" creationId="{2DC21313-A2DE-15D0-2026-A061B6E18A9B}"/>
          </ac:spMkLst>
        </pc:spChg>
        <pc:spChg chg="mod">
          <ac:chgData name="raj ...." userId="45a8f3295fd08f58" providerId="Windows Live" clId="Web-{62B3A15B-3A37-444A-BDFB-4493BDD5B3D8}" dt="2026-05-21T17:19:54.107" v="69" actId="1076"/>
          <ac:spMkLst>
            <pc:docMk/>
            <pc:sldMk cId="3337983547" sldId="334"/>
            <ac:spMk id="11" creationId="{5B15D1EF-F341-1B75-36E7-B5188AE1A7FA}"/>
          </ac:spMkLst>
        </pc:spChg>
        <pc:picChg chg="del">
          <ac:chgData name="raj ...." userId="45a8f3295fd08f58" providerId="Windows Live" clId="Web-{62B3A15B-3A37-444A-BDFB-4493BDD5B3D8}" dt="2026-05-21T17:17:28.637" v="45"/>
          <ac:picMkLst>
            <pc:docMk/>
            <pc:sldMk cId="3337983547" sldId="334"/>
            <ac:picMk id="18" creationId="{4BDF8C0E-369C-2FC4-143C-93B3E375CD09}"/>
          </ac:picMkLst>
        </pc:picChg>
      </pc:sldChg>
      <pc:sldChg chg="addSp delSp modSp">
        <pc:chgData name="raj ...." userId="45a8f3295fd08f58" providerId="Windows Live" clId="Web-{62B3A15B-3A37-444A-BDFB-4493BDD5B3D8}" dt="2026-05-21T17:25:26.861" v="97" actId="14100"/>
        <pc:sldMkLst>
          <pc:docMk/>
          <pc:sldMk cId="3596099581" sldId="335"/>
        </pc:sldMkLst>
        <pc:spChg chg="mod">
          <ac:chgData name="raj ...." userId="45a8f3295fd08f58" providerId="Windows Live" clId="Web-{62B3A15B-3A37-444A-BDFB-4493BDD5B3D8}" dt="2026-05-21T17:23:17.938" v="88" actId="14100"/>
          <ac:spMkLst>
            <pc:docMk/>
            <pc:sldMk cId="3596099581" sldId="335"/>
            <ac:spMk id="11" creationId="{1E9D5A1C-07F7-A566-C237-4CBBB2667E46}"/>
          </ac:spMkLst>
        </pc:spChg>
        <pc:picChg chg="add mod">
          <ac:chgData name="raj ...." userId="45a8f3295fd08f58" providerId="Windows Live" clId="Web-{62B3A15B-3A37-444A-BDFB-4493BDD5B3D8}" dt="2026-05-21T17:25:26.861" v="97" actId="14100"/>
          <ac:picMkLst>
            <pc:docMk/>
            <pc:sldMk cId="3596099581" sldId="335"/>
            <ac:picMk id="2" creationId="{65B7C1C6-4FEA-6C97-B908-FF966189A1BB}"/>
          </ac:picMkLst>
        </pc:picChg>
        <pc:picChg chg="del">
          <ac:chgData name="raj ...." userId="45a8f3295fd08f58" providerId="Windows Live" clId="Web-{62B3A15B-3A37-444A-BDFB-4493BDD5B3D8}" dt="2026-05-21T17:21:24.218" v="74"/>
          <ac:picMkLst>
            <pc:docMk/>
            <pc:sldMk cId="3596099581" sldId="335"/>
            <ac:picMk id="18" creationId="{D5464634-E1D8-1013-5F88-DBC6FC387BAB}"/>
          </ac:picMkLst>
        </pc:picChg>
      </pc:sldChg>
      <pc:sldChg chg="addSp delSp modSp">
        <pc:chgData name="raj ...." userId="45a8f3295fd08f58" providerId="Windows Live" clId="Web-{62B3A15B-3A37-444A-BDFB-4493BDD5B3D8}" dt="2026-05-21T17:27:42.541" v="113" actId="1076"/>
        <pc:sldMkLst>
          <pc:docMk/>
          <pc:sldMk cId="2740049118" sldId="336"/>
        </pc:sldMkLst>
        <pc:spChg chg="mod">
          <ac:chgData name="raj ...." userId="45a8f3295fd08f58" providerId="Windows Live" clId="Web-{62B3A15B-3A37-444A-BDFB-4493BDD5B3D8}" dt="2026-05-21T17:26:43.565" v="106" actId="20577"/>
          <ac:spMkLst>
            <pc:docMk/>
            <pc:sldMk cId="2740049118" sldId="336"/>
            <ac:spMk id="4" creationId="{D7E514F9-53D8-865B-E754-1F52DCA23755}"/>
          </ac:spMkLst>
        </pc:spChg>
        <pc:spChg chg="mod">
          <ac:chgData name="raj ...." userId="45a8f3295fd08f58" providerId="Windows Live" clId="Web-{62B3A15B-3A37-444A-BDFB-4493BDD5B3D8}" dt="2026-05-21T17:27:04.302" v="108" actId="1076"/>
          <ac:spMkLst>
            <pc:docMk/>
            <pc:sldMk cId="2740049118" sldId="336"/>
            <ac:spMk id="11" creationId="{DD49B557-55C3-D393-F40A-527C9F332D2C}"/>
          </ac:spMkLst>
        </pc:spChg>
        <pc:picChg chg="add mod">
          <ac:chgData name="raj ...." userId="45a8f3295fd08f58" providerId="Windows Live" clId="Web-{62B3A15B-3A37-444A-BDFB-4493BDD5B3D8}" dt="2026-05-21T17:27:42.541" v="113" actId="1076"/>
          <ac:picMkLst>
            <pc:docMk/>
            <pc:sldMk cId="2740049118" sldId="336"/>
            <ac:picMk id="2" creationId="{C5232A7D-7B6E-6088-1586-84EB305198C5}"/>
          </ac:picMkLst>
        </pc:picChg>
        <pc:picChg chg="del">
          <ac:chgData name="raj ...." userId="45a8f3295fd08f58" providerId="Windows Live" clId="Web-{62B3A15B-3A37-444A-BDFB-4493BDD5B3D8}" dt="2026-05-21T17:26:01.877" v="98"/>
          <ac:picMkLst>
            <pc:docMk/>
            <pc:sldMk cId="2740049118" sldId="336"/>
            <ac:picMk id="18" creationId="{12BBDCE5-A5D1-B4E5-DFE8-96C61A8934DC}"/>
          </ac:picMkLst>
        </pc:picChg>
      </pc:sldChg>
      <pc:sldChg chg="modSp">
        <pc:chgData name="raj ...." userId="45a8f3295fd08f58" providerId="Windows Live" clId="Web-{62B3A15B-3A37-444A-BDFB-4493BDD5B3D8}" dt="2026-05-21T17:29:11.230" v="130"/>
        <pc:sldMkLst>
          <pc:docMk/>
          <pc:sldMk cId="3464021695" sldId="337"/>
        </pc:sldMkLst>
        <pc:spChg chg="mod">
          <ac:chgData name="raj ...." userId="45a8f3295fd08f58" providerId="Windows Live" clId="Web-{62B3A15B-3A37-444A-BDFB-4493BDD5B3D8}" dt="2026-05-21T17:28:26.151" v="114" actId="20577"/>
          <ac:spMkLst>
            <pc:docMk/>
            <pc:sldMk cId="3464021695" sldId="337"/>
            <ac:spMk id="4" creationId="{01682BE8-7825-1AE1-5EEE-99C57DC8204C}"/>
          </ac:spMkLst>
        </pc:spChg>
        <pc:graphicFrameChg chg="mod modGraphic">
          <ac:chgData name="raj ...." userId="45a8f3295fd08f58" providerId="Windows Live" clId="Web-{62B3A15B-3A37-444A-BDFB-4493BDD5B3D8}" dt="2026-05-21T17:29:11.230" v="130"/>
          <ac:graphicFrameMkLst>
            <pc:docMk/>
            <pc:sldMk cId="3464021695" sldId="337"/>
            <ac:graphicFrameMk id="5" creationId="{F83A9202-3569-B594-80A7-1B7DC30313CF}"/>
          </ac:graphicFrameMkLst>
        </pc:graphicFrameChg>
      </pc:sldChg>
      <pc:sldChg chg="addSp delSp modSp">
        <pc:chgData name="raj ...." userId="45a8f3295fd08f58" providerId="Windows Live" clId="Web-{62B3A15B-3A37-444A-BDFB-4493BDD5B3D8}" dt="2026-05-21T17:32:34.232" v="144" actId="1076"/>
        <pc:sldMkLst>
          <pc:docMk/>
          <pc:sldMk cId="75212269" sldId="338"/>
        </pc:sldMkLst>
        <pc:spChg chg="mod">
          <ac:chgData name="raj ...." userId="45a8f3295fd08f58" providerId="Windows Live" clId="Web-{62B3A15B-3A37-444A-BDFB-4493BDD5B3D8}" dt="2026-05-21T17:30:52.246" v="137" actId="20577"/>
          <ac:spMkLst>
            <pc:docMk/>
            <pc:sldMk cId="75212269" sldId="338"/>
            <ac:spMk id="4" creationId="{3E1F599C-1291-F4C1-5E43-62B747D94688}"/>
          </ac:spMkLst>
        </pc:spChg>
        <pc:spChg chg="mod">
          <ac:chgData name="raj ...." userId="45a8f3295fd08f58" providerId="Windows Live" clId="Web-{62B3A15B-3A37-444A-BDFB-4493BDD5B3D8}" dt="2026-05-21T17:32:17.747" v="143" actId="20577"/>
          <ac:spMkLst>
            <pc:docMk/>
            <pc:sldMk cId="75212269" sldId="338"/>
            <ac:spMk id="11" creationId="{5E60B30C-B845-9E71-C59B-F76E964A999B}"/>
          </ac:spMkLst>
        </pc:spChg>
        <pc:picChg chg="add mod">
          <ac:chgData name="raj ...." userId="45a8f3295fd08f58" providerId="Windows Live" clId="Web-{62B3A15B-3A37-444A-BDFB-4493BDD5B3D8}" dt="2026-05-21T17:32:34.232" v="144" actId="1076"/>
          <ac:picMkLst>
            <pc:docMk/>
            <pc:sldMk cId="75212269" sldId="338"/>
            <ac:picMk id="2" creationId="{7DFAFA12-5576-7EBF-84F4-8DAFEFA716F9}"/>
          </ac:picMkLst>
        </pc:picChg>
        <pc:picChg chg="del">
          <ac:chgData name="raj ...." userId="45a8f3295fd08f58" providerId="Windows Live" clId="Web-{62B3A15B-3A37-444A-BDFB-4493BDD5B3D8}" dt="2026-05-21T17:30:01.183" v="131"/>
          <ac:picMkLst>
            <pc:docMk/>
            <pc:sldMk cId="75212269" sldId="338"/>
            <ac:picMk id="18" creationId="{0CA9227E-B917-3C70-B770-5F1133BFC160}"/>
          </ac:picMkLst>
        </pc:picChg>
      </pc:sldChg>
      <pc:sldChg chg="addSp delSp modSp">
        <pc:chgData name="raj ...." userId="45a8f3295fd08f58" providerId="Windows Live" clId="Web-{62B3A15B-3A37-444A-BDFB-4493BDD5B3D8}" dt="2026-05-21T17:43:50.401" v="205" actId="20577"/>
        <pc:sldMkLst>
          <pc:docMk/>
          <pc:sldMk cId="168284591" sldId="339"/>
        </pc:sldMkLst>
        <pc:spChg chg="add mod">
          <ac:chgData name="raj ...." userId="45a8f3295fd08f58" providerId="Windows Live" clId="Web-{62B3A15B-3A37-444A-BDFB-4493BDD5B3D8}" dt="2026-05-21T17:36:09.536" v="169" actId="1076"/>
          <ac:spMkLst>
            <pc:docMk/>
            <pc:sldMk cId="168284591" sldId="339"/>
            <ac:spMk id="3" creationId="{AEDF5FE2-C115-1439-8AE4-C1400ECCC76C}"/>
          </ac:spMkLst>
        </pc:spChg>
        <pc:spChg chg="mod">
          <ac:chgData name="raj ...." userId="45a8f3295fd08f58" providerId="Windows Live" clId="Web-{62B3A15B-3A37-444A-BDFB-4493BDD5B3D8}" dt="2026-05-21T17:43:50.401" v="205" actId="20577"/>
          <ac:spMkLst>
            <pc:docMk/>
            <pc:sldMk cId="168284591" sldId="339"/>
            <ac:spMk id="4" creationId="{6D0DC9B1-6F62-9153-BE10-99D75C0EC5AF}"/>
          </ac:spMkLst>
        </pc:spChg>
        <pc:spChg chg="mod">
          <ac:chgData name="raj ...." userId="45a8f3295fd08f58" providerId="Windows Live" clId="Web-{62B3A15B-3A37-444A-BDFB-4493BDD5B3D8}" dt="2026-05-21T17:35:59.848" v="168" actId="20577"/>
          <ac:spMkLst>
            <pc:docMk/>
            <pc:sldMk cId="168284591" sldId="339"/>
            <ac:spMk id="11" creationId="{6C681EAC-80C9-0DA1-6B6F-188EB958F3DF}"/>
          </ac:spMkLst>
        </pc:spChg>
        <pc:picChg chg="add mod">
          <ac:chgData name="raj ...." userId="45a8f3295fd08f58" providerId="Windows Live" clId="Web-{62B3A15B-3A37-444A-BDFB-4493BDD5B3D8}" dt="2026-05-21T17:38:36.788" v="174" actId="14100"/>
          <ac:picMkLst>
            <pc:docMk/>
            <pc:sldMk cId="168284591" sldId="339"/>
            <ac:picMk id="5" creationId="{879440E5-EE62-56C0-DC18-05BD2D8AFDEC}"/>
          </ac:picMkLst>
        </pc:picChg>
        <pc:picChg chg="del">
          <ac:chgData name="raj ...." userId="45a8f3295fd08f58" providerId="Windows Live" clId="Web-{62B3A15B-3A37-444A-BDFB-4493BDD5B3D8}" dt="2026-05-21T17:33:33.232" v="145"/>
          <ac:picMkLst>
            <pc:docMk/>
            <pc:sldMk cId="168284591" sldId="339"/>
            <ac:picMk id="18" creationId="{FD6E8916-B776-135C-B3A6-59E947261988}"/>
          </ac:picMkLst>
        </pc:picChg>
      </pc:sldChg>
      <pc:sldChg chg="addSp delSp modSp">
        <pc:chgData name="raj ...." userId="45a8f3295fd08f58" providerId="Windows Live" clId="Web-{62B3A15B-3A37-444A-BDFB-4493BDD5B3D8}" dt="2026-05-21T17:43:04.760" v="204" actId="1076"/>
        <pc:sldMkLst>
          <pc:docMk/>
          <pc:sldMk cId="2072504736" sldId="340"/>
        </pc:sldMkLst>
        <pc:spChg chg="mod">
          <ac:chgData name="raj ...." userId="45a8f3295fd08f58" providerId="Windows Live" clId="Web-{62B3A15B-3A37-444A-BDFB-4493BDD5B3D8}" dt="2026-05-21T17:41:25.993" v="194" actId="20577"/>
          <ac:spMkLst>
            <pc:docMk/>
            <pc:sldMk cId="2072504736" sldId="340"/>
            <ac:spMk id="4" creationId="{6E8354E6-EFC5-0F96-2C23-1499A3C07584}"/>
          </ac:spMkLst>
        </pc:spChg>
        <pc:spChg chg="mod">
          <ac:chgData name="raj ...." userId="45a8f3295fd08f58" providerId="Windows Live" clId="Web-{62B3A15B-3A37-444A-BDFB-4493BDD5B3D8}" dt="2026-05-21T17:41:48.400" v="197" actId="14100"/>
          <ac:spMkLst>
            <pc:docMk/>
            <pc:sldMk cId="2072504736" sldId="340"/>
            <ac:spMk id="11" creationId="{374137DA-B045-19E5-338F-7951F80241A0}"/>
          </ac:spMkLst>
        </pc:spChg>
        <pc:picChg chg="add mod">
          <ac:chgData name="raj ...." userId="45a8f3295fd08f58" providerId="Windows Live" clId="Web-{62B3A15B-3A37-444A-BDFB-4493BDD5B3D8}" dt="2026-05-21T17:43:04.760" v="204" actId="1076"/>
          <ac:picMkLst>
            <pc:docMk/>
            <pc:sldMk cId="2072504736" sldId="340"/>
            <ac:picMk id="2" creationId="{173FE2DA-E287-D523-90DA-781435C7CCF6}"/>
          </ac:picMkLst>
        </pc:picChg>
        <pc:picChg chg="del">
          <ac:chgData name="raj ...." userId="45a8f3295fd08f58" providerId="Windows Live" clId="Web-{62B3A15B-3A37-444A-BDFB-4493BDD5B3D8}" dt="2026-05-21T17:39:08.226" v="175"/>
          <ac:picMkLst>
            <pc:docMk/>
            <pc:sldMk cId="2072504736" sldId="340"/>
            <ac:picMk id="18" creationId="{B2A02D89-4128-F512-AC5E-3DDE283D34B6}"/>
          </ac:picMkLst>
        </pc:picChg>
      </pc:sldChg>
      <pc:sldChg chg="addSp delSp modSp">
        <pc:chgData name="raj ...." userId="45a8f3295fd08f58" providerId="Windows Live" clId="Web-{62B3A15B-3A37-444A-BDFB-4493BDD5B3D8}" dt="2026-05-21T18:33:28.287" v="623" actId="20577"/>
        <pc:sldMkLst>
          <pc:docMk/>
          <pc:sldMk cId="4195417822" sldId="341"/>
        </pc:sldMkLst>
        <pc:spChg chg="add mod">
          <ac:chgData name="raj ...." userId="45a8f3295fd08f58" providerId="Windows Live" clId="Web-{62B3A15B-3A37-444A-BDFB-4493BDD5B3D8}" dt="2026-05-21T17:49:35.936" v="255" actId="1076"/>
          <ac:spMkLst>
            <pc:docMk/>
            <pc:sldMk cId="4195417822" sldId="341"/>
            <ac:spMk id="3" creationId="{95343984-BED1-BC02-A98E-076A72B7BE62}"/>
          </ac:spMkLst>
        </pc:spChg>
        <pc:spChg chg="mod">
          <ac:chgData name="raj ...." userId="45a8f3295fd08f58" providerId="Windows Live" clId="Web-{62B3A15B-3A37-444A-BDFB-4493BDD5B3D8}" dt="2026-05-21T17:50:00.296" v="256" actId="20577"/>
          <ac:spMkLst>
            <pc:docMk/>
            <pc:sldMk cId="4195417822" sldId="341"/>
            <ac:spMk id="4" creationId="{58F39C6D-E533-5F73-D330-AC895B168182}"/>
          </ac:spMkLst>
        </pc:spChg>
        <pc:spChg chg="mod">
          <ac:chgData name="raj ...." userId="45a8f3295fd08f58" providerId="Windows Live" clId="Web-{62B3A15B-3A37-444A-BDFB-4493BDD5B3D8}" dt="2026-05-21T18:33:28.287" v="623" actId="20577"/>
          <ac:spMkLst>
            <pc:docMk/>
            <pc:sldMk cId="4195417822" sldId="341"/>
            <ac:spMk id="11" creationId="{BBDBA952-774D-A210-DD1D-C56F6EF12480}"/>
          </ac:spMkLst>
        </pc:spChg>
        <pc:picChg chg="del">
          <ac:chgData name="raj ...." userId="45a8f3295fd08f58" providerId="Windows Live" clId="Web-{62B3A15B-3A37-444A-BDFB-4493BDD5B3D8}" dt="2026-05-21T17:43:58.666" v="206"/>
          <ac:picMkLst>
            <pc:docMk/>
            <pc:sldMk cId="4195417822" sldId="341"/>
            <ac:picMk id="18" creationId="{98D22D61-AFD0-7A64-DB68-0F675F5A428E}"/>
          </ac:picMkLst>
        </pc:picChg>
      </pc:sldChg>
      <pc:sldChg chg="addSp delSp modSp">
        <pc:chgData name="raj ...." userId="45a8f3295fd08f58" providerId="Windows Live" clId="Web-{62B3A15B-3A37-444A-BDFB-4493BDD5B3D8}" dt="2026-05-21T18:40:46.831" v="757" actId="20577"/>
        <pc:sldMkLst>
          <pc:docMk/>
          <pc:sldMk cId="3319184882" sldId="342"/>
        </pc:sldMkLst>
        <pc:spChg chg="add del mod">
          <ac:chgData name="raj ...." userId="45a8f3295fd08f58" providerId="Windows Live" clId="Web-{62B3A15B-3A37-444A-BDFB-4493BDD5B3D8}" dt="2026-05-21T17:51:37.953" v="264"/>
          <ac:spMkLst>
            <pc:docMk/>
            <pc:sldMk cId="3319184882" sldId="342"/>
            <ac:spMk id="3" creationId="{C8B63F24-C09C-F295-976C-20D702ECB5EB}"/>
          </ac:spMkLst>
        </pc:spChg>
        <pc:spChg chg="mod">
          <ac:chgData name="raj ...." userId="45a8f3295fd08f58" providerId="Windows Live" clId="Web-{62B3A15B-3A37-444A-BDFB-4493BDD5B3D8}" dt="2026-05-21T17:53:54.251" v="288" actId="20577"/>
          <ac:spMkLst>
            <pc:docMk/>
            <pc:sldMk cId="3319184882" sldId="342"/>
            <ac:spMk id="4" creationId="{7EB110FB-7F3A-DA28-D227-658A284A2E4A}"/>
          </ac:spMkLst>
        </pc:spChg>
        <pc:spChg chg="add mod">
          <ac:chgData name="raj ...." userId="45a8f3295fd08f58" providerId="Windows Live" clId="Web-{62B3A15B-3A37-444A-BDFB-4493BDD5B3D8}" dt="2026-05-21T17:56:08.945" v="293" actId="14100"/>
          <ac:spMkLst>
            <pc:docMk/>
            <pc:sldMk cId="3319184882" sldId="342"/>
            <ac:spMk id="6" creationId="{E20AF876-6570-4F61-E28E-B5F514B1E65F}"/>
          </ac:spMkLst>
        </pc:spChg>
        <pc:spChg chg="add del mod">
          <ac:chgData name="raj ...." userId="45a8f3295fd08f58" providerId="Windows Live" clId="Web-{62B3A15B-3A37-444A-BDFB-4493BDD5B3D8}" dt="2026-05-21T18:40:46.831" v="757" actId="20577"/>
          <ac:spMkLst>
            <pc:docMk/>
            <pc:sldMk cId="3319184882" sldId="342"/>
            <ac:spMk id="11" creationId="{9880BED7-99C4-A691-86D2-5D2E5C5B8B80}"/>
          </ac:spMkLst>
        </pc:spChg>
        <pc:picChg chg="add mod">
          <ac:chgData name="raj ...." userId="45a8f3295fd08f58" providerId="Windows Live" clId="Web-{62B3A15B-3A37-444A-BDFB-4493BDD5B3D8}" dt="2026-05-21T17:56:25.336" v="295" actId="1076"/>
          <ac:picMkLst>
            <pc:docMk/>
            <pc:sldMk cId="3319184882" sldId="342"/>
            <ac:picMk id="7" creationId="{55ACEB7A-B3F5-622C-933E-12848985C53E}"/>
          </ac:picMkLst>
        </pc:picChg>
        <pc:picChg chg="del">
          <ac:chgData name="raj ...." userId="45a8f3295fd08f58" providerId="Windows Live" clId="Web-{62B3A15B-3A37-444A-BDFB-4493BDD5B3D8}" dt="2026-05-21T17:50:46.327" v="258"/>
          <ac:picMkLst>
            <pc:docMk/>
            <pc:sldMk cId="3319184882" sldId="342"/>
            <ac:picMk id="18" creationId="{C2AEA45D-45BA-B585-07B3-DC4361620C9B}"/>
          </ac:picMkLst>
        </pc:picChg>
      </pc:sldChg>
      <pc:sldChg chg="addSp delSp modSp">
        <pc:chgData name="raj ...." userId="45a8f3295fd08f58" providerId="Windows Live" clId="Web-{62B3A15B-3A37-444A-BDFB-4493BDD5B3D8}" dt="2026-05-21T18:47:45.532" v="772" actId="1076"/>
        <pc:sldMkLst>
          <pc:docMk/>
          <pc:sldMk cId="1910346456" sldId="343"/>
        </pc:sldMkLst>
        <pc:spChg chg="add mod">
          <ac:chgData name="raj ...." userId="45a8f3295fd08f58" providerId="Windows Live" clId="Web-{62B3A15B-3A37-444A-BDFB-4493BDD5B3D8}" dt="2026-05-21T18:02:13.404" v="341" actId="14100"/>
          <ac:spMkLst>
            <pc:docMk/>
            <pc:sldMk cId="1910346456" sldId="343"/>
            <ac:spMk id="3" creationId="{76765012-E2E2-4190-3B45-F4D07F4941F4}"/>
          </ac:spMkLst>
        </pc:spChg>
        <pc:spChg chg="mod">
          <ac:chgData name="raj ...." userId="45a8f3295fd08f58" providerId="Windows Live" clId="Web-{62B3A15B-3A37-444A-BDFB-4493BDD5B3D8}" dt="2026-05-21T17:59:06.744" v="312" actId="14100"/>
          <ac:spMkLst>
            <pc:docMk/>
            <pc:sldMk cId="1910346456" sldId="343"/>
            <ac:spMk id="11" creationId="{418B904A-F421-9FA9-5EA7-B1E510950541}"/>
          </ac:spMkLst>
        </pc:spChg>
        <pc:picChg chg="add mod">
          <ac:chgData name="raj ...." userId="45a8f3295fd08f58" providerId="Windows Live" clId="Web-{62B3A15B-3A37-444A-BDFB-4493BDD5B3D8}" dt="2026-05-21T18:47:45.532" v="772" actId="1076"/>
          <ac:picMkLst>
            <pc:docMk/>
            <pc:sldMk cId="1910346456" sldId="343"/>
            <ac:picMk id="5" creationId="{FB2FE14C-10C3-DA3C-8417-BAAFB325673D}"/>
          </ac:picMkLst>
        </pc:picChg>
        <pc:picChg chg="add mod">
          <ac:chgData name="raj ...." userId="45a8f3295fd08f58" providerId="Windows Live" clId="Web-{62B3A15B-3A37-444A-BDFB-4493BDD5B3D8}" dt="2026-05-21T18:47:39.767" v="771" actId="1076"/>
          <ac:picMkLst>
            <pc:docMk/>
            <pc:sldMk cId="1910346456" sldId="343"/>
            <ac:picMk id="6" creationId="{CAF9BC2D-0EE5-9DA8-CF25-74B54B560CCE}"/>
          </ac:picMkLst>
        </pc:picChg>
        <pc:picChg chg="del">
          <ac:chgData name="raj ...." userId="45a8f3295fd08f58" providerId="Windows Live" clId="Web-{62B3A15B-3A37-444A-BDFB-4493BDD5B3D8}" dt="2026-05-21T17:57:12.696" v="296"/>
          <ac:picMkLst>
            <pc:docMk/>
            <pc:sldMk cId="1910346456" sldId="343"/>
            <ac:picMk id="18" creationId="{4F63080E-F20C-FCC1-CE4A-CFBDB4C8E275}"/>
          </ac:picMkLst>
        </pc:picChg>
      </pc:sldChg>
      <pc:sldChg chg="addSp delSp modSp">
        <pc:chgData name="raj ...." userId="45a8f3295fd08f58" providerId="Windows Live" clId="Web-{62B3A15B-3A37-444A-BDFB-4493BDD5B3D8}" dt="2026-05-21T18:06:39.502" v="380" actId="20577"/>
        <pc:sldMkLst>
          <pc:docMk/>
          <pc:sldMk cId="443490760" sldId="344"/>
        </pc:sldMkLst>
        <pc:spChg chg="add del mod">
          <ac:chgData name="raj ...." userId="45a8f3295fd08f58" providerId="Windows Live" clId="Web-{62B3A15B-3A37-444A-BDFB-4493BDD5B3D8}" dt="2026-05-21T18:04:14.343" v="351"/>
          <ac:spMkLst>
            <pc:docMk/>
            <pc:sldMk cId="443490760" sldId="344"/>
            <ac:spMk id="3" creationId="{88E0F0F0-DAEB-F604-F0BF-3437A36312A5}"/>
          </ac:spMkLst>
        </pc:spChg>
        <pc:spChg chg="mod">
          <ac:chgData name="raj ...." userId="45a8f3295fd08f58" providerId="Windows Live" clId="Web-{62B3A15B-3A37-444A-BDFB-4493BDD5B3D8}" dt="2026-05-21T18:06:39.502" v="380" actId="20577"/>
          <ac:spMkLst>
            <pc:docMk/>
            <pc:sldMk cId="443490760" sldId="344"/>
            <ac:spMk id="4" creationId="{FEDDE42B-51E8-87DC-C5C1-0D2E3A347BCC}"/>
          </ac:spMkLst>
        </pc:spChg>
        <pc:spChg chg="add mod">
          <ac:chgData name="raj ...." userId="45a8f3295fd08f58" providerId="Windows Live" clId="Web-{62B3A15B-3A37-444A-BDFB-4493BDD5B3D8}" dt="2026-05-21T18:06:30.440" v="379" actId="20577"/>
          <ac:spMkLst>
            <pc:docMk/>
            <pc:sldMk cId="443490760" sldId="344"/>
            <ac:spMk id="6" creationId="{5637C798-6B8C-A453-C442-2C609C6A9F34}"/>
          </ac:spMkLst>
        </pc:spChg>
        <pc:spChg chg="add del mod">
          <ac:chgData name="raj ...." userId="45a8f3295fd08f58" providerId="Windows Live" clId="Web-{62B3A15B-3A37-444A-BDFB-4493BDD5B3D8}" dt="2026-05-21T18:05:09.939" v="360" actId="1076"/>
          <ac:spMkLst>
            <pc:docMk/>
            <pc:sldMk cId="443490760" sldId="344"/>
            <ac:spMk id="11" creationId="{C1D5BE29-F7FE-51CC-D797-887AE155971A}"/>
          </ac:spMkLst>
        </pc:spChg>
        <pc:picChg chg="del">
          <ac:chgData name="raj ...." userId="45a8f3295fd08f58" providerId="Windows Live" clId="Web-{62B3A15B-3A37-444A-BDFB-4493BDD5B3D8}" dt="2026-05-21T18:03:39.515" v="344"/>
          <ac:picMkLst>
            <pc:docMk/>
            <pc:sldMk cId="443490760" sldId="344"/>
            <ac:picMk id="18" creationId="{93D9B26D-011B-EE98-9E63-8CB2DA0C23D8}"/>
          </ac:picMkLst>
        </pc:picChg>
      </pc:sldChg>
      <pc:sldChg chg="delSp modSp">
        <pc:chgData name="raj ...." userId="45a8f3295fd08f58" providerId="Windows Live" clId="Web-{62B3A15B-3A37-444A-BDFB-4493BDD5B3D8}" dt="2026-05-21T18:07:57.941" v="386" actId="1076"/>
        <pc:sldMkLst>
          <pc:docMk/>
          <pc:sldMk cId="3856516468" sldId="345"/>
        </pc:sldMkLst>
        <pc:spChg chg="mod">
          <ac:chgData name="raj ...." userId="45a8f3295fd08f58" providerId="Windows Live" clId="Web-{62B3A15B-3A37-444A-BDFB-4493BDD5B3D8}" dt="2026-05-21T18:07:22.394" v="382" actId="20577"/>
          <ac:spMkLst>
            <pc:docMk/>
            <pc:sldMk cId="3856516468" sldId="345"/>
            <ac:spMk id="4" creationId="{60059914-9EFD-48BB-B0AF-D42319699872}"/>
          </ac:spMkLst>
        </pc:spChg>
        <pc:spChg chg="mod">
          <ac:chgData name="raj ...." userId="45a8f3295fd08f58" providerId="Windows Live" clId="Web-{62B3A15B-3A37-444A-BDFB-4493BDD5B3D8}" dt="2026-05-21T18:07:57.941" v="386" actId="1076"/>
          <ac:spMkLst>
            <pc:docMk/>
            <pc:sldMk cId="3856516468" sldId="345"/>
            <ac:spMk id="11" creationId="{B5171B5B-270D-0E4A-2D1E-8D7557045041}"/>
          </ac:spMkLst>
        </pc:spChg>
        <pc:picChg chg="del">
          <ac:chgData name="raj ...." userId="45a8f3295fd08f58" providerId="Windows Live" clId="Web-{62B3A15B-3A37-444A-BDFB-4493BDD5B3D8}" dt="2026-05-21T18:07:15.690" v="381"/>
          <ac:picMkLst>
            <pc:docMk/>
            <pc:sldMk cId="3856516468" sldId="345"/>
            <ac:picMk id="18" creationId="{2D3FFC9E-B99D-3C59-930C-D051659A52C2}"/>
          </ac:picMkLst>
        </pc:picChg>
      </pc:sldChg>
      <pc:sldChg chg="delSp modSp">
        <pc:chgData name="raj ...." userId="45a8f3295fd08f58" providerId="Windows Live" clId="Web-{62B3A15B-3A37-444A-BDFB-4493BDD5B3D8}" dt="2026-05-21T18:10:13.411" v="397" actId="20577"/>
        <pc:sldMkLst>
          <pc:docMk/>
          <pc:sldMk cId="1221127062" sldId="346"/>
        </pc:sldMkLst>
        <pc:spChg chg="mod">
          <ac:chgData name="raj ...." userId="45a8f3295fd08f58" providerId="Windows Live" clId="Web-{62B3A15B-3A37-444A-BDFB-4493BDD5B3D8}" dt="2026-05-21T18:10:00.973" v="396" actId="20577"/>
          <ac:spMkLst>
            <pc:docMk/>
            <pc:sldMk cId="1221127062" sldId="346"/>
            <ac:spMk id="4" creationId="{91C9E6D5-F234-320E-35FB-CA76D037ED18}"/>
          </ac:spMkLst>
        </pc:spChg>
        <pc:spChg chg="mod">
          <ac:chgData name="raj ...." userId="45a8f3295fd08f58" providerId="Windows Live" clId="Web-{62B3A15B-3A37-444A-BDFB-4493BDD5B3D8}" dt="2026-05-21T18:10:13.411" v="397" actId="20577"/>
          <ac:spMkLst>
            <pc:docMk/>
            <pc:sldMk cId="1221127062" sldId="346"/>
            <ac:spMk id="11" creationId="{38F530E3-0916-43BF-45F1-94B892465EE9}"/>
          </ac:spMkLst>
        </pc:spChg>
        <pc:picChg chg="del">
          <ac:chgData name="raj ...." userId="45a8f3295fd08f58" providerId="Windows Live" clId="Web-{62B3A15B-3A37-444A-BDFB-4493BDD5B3D8}" dt="2026-05-21T18:09:07.004" v="387"/>
          <ac:picMkLst>
            <pc:docMk/>
            <pc:sldMk cId="1221127062" sldId="346"/>
            <ac:picMk id="18" creationId="{DB2EE6C6-841F-457D-0421-B846EBD11188}"/>
          </ac:picMkLst>
        </pc:picChg>
      </pc:sldChg>
      <pc:sldChg chg="delSp modSp">
        <pc:chgData name="raj ...." userId="45a8f3295fd08f58" providerId="Windows Live" clId="Web-{62B3A15B-3A37-444A-BDFB-4493BDD5B3D8}" dt="2026-05-21T18:11:28.334" v="408" actId="20577"/>
        <pc:sldMkLst>
          <pc:docMk/>
          <pc:sldMk cId="2069853439" sldId="347"/>
        </pc:sldMkLst>
        <pc:spChg chg="mod">
          <ac:chgData name="raj ...." userId="45a8f3295fd08f58" providerId="Windows Live" clId="Web-{62B3A15B-3A37-444A-BDFB-4493BDD5B3D8}" dt="2026-05-21T18:10:51.583" v="399" actId="20577"/>
          <ac:spMkLst>
            <pc:docMk/>
            <pc:sldMk cId="2069853439" sldId="347"/>
            <ac:spMk id="4" creationId="{F22CC946-8123-B7E1-E80D-5765C1FD2F25}"/>
          </ac:spMkLst>
        </pc:spChg>
        <pc:spChg chg="mod">
          <ac:chgData name="raj ...." userId="45a8f3295fd08f58" providerId="Windows Live" clId="Web-{62B3A15B-3A37-444A-BDFB-4493BDD5B3D8}" dt="2026-05-21T18:11:28.334" v="408" actId="20577"/>
          <ac:spMkLst>
            <pc:docMk/>
            <pc:sldMk cId="2069853439" sldId="347"/>
            <ac:spMk id="11" creationId="{8C1FCB1E-C231-6492-B9FB-2A50C23B469E}"/>
          </ac:spMkLst>
        </pc:spChg>
        <pc:picChg chg="del">
          <ac:chgData name="raj ...." userId="45a8f3295fd08f58" providerId="Windows Live" clId="Web-{62B3A15B-3A37-444A-BDFB-4493BDD5B3D8}" dt="2026-05-21T18:10:35.802" v="398"/>
          <ac:picMkLst>
            <pc:docMk/>
            <pc:sldMk cId="2069853439" sldId="347"/>
            <ac:picMk id="18" creationId="{A227775D-7BCA-3CBC-BC7D-C262977AFAA9}"/>
          </ac:picMkLst>
        </pc:picChg>
      </pc:sldChg>
      <pc:sldChg chg="addSp delSp modSp">
        <pc:chgData name="raj ...." userId="45a8f3295fd08f58" providerId="Windows Live" clId="Web-{62B3A15B-3A37-444A-BDFB-4493BDD5B3D8}" dt="2026-05-21T18:20:00.293" v="510" actId="20577"/>
        <pc:sldMkLst>
          <pc:docMk/>
          <pc:sldMk cId="432592646" sldId="348"/>
        </pc:sldMkLst>
        <pc:spChg chg="add del mod">
          <ac:chgData name="raj ...." userId="45a8f3295fd08f58" providerId="Windows Live" clId="Web-{62B3A15B-3A37-444A-BDFB-4493BDD5B3D8}" dt="2026-05-21T18:19:17.495" v="503"/>
          <ac:spMkLst>
            <pc:docMk/>
            <pc:sldMk cId="432592646" sldId="348"/>
            <ac:spMk id="3" creationId="{ED5BFB62-1D95-E844-788A-157284D48BB8}"/>
          </ac:spMkLst>
        </pc:spChg>
        <pc:spChg chg="del">
          <ac:chgData name="raj ...." userId="45a8f3295fd08f58" providerId="Windows Live" clId="Web-{62B3A15B-3A37-444A-BDFB-4493BDD5B3D8}" dt="2026-05-21T18:19:15.464" v="502"/>
          <ac:spMkLst>
            <pc:docMk/>
            <pc:sldMk cId="432592646" sldId="348"/>
            <ac:spMk id="4" creationId="{AE2859DC-97B6-C3C3-D0A9-D086339D2FDA}"/>
          </ac:spMkLst>
        </pc:spChg>
        <pc:spChg chg="mod">
          <ac:chgData name="raj ...." userId="45a8f3295fd08f58" providerId="Windows Live" clId="Web-{62B3A15B-3A37-444A-BDFB-4493BDD5B3D8}" dt="2026-05-21T18:20:00.293" v="510" actId="20577"/>
          <ac:spMkLst>
            <pc:docMk/>
            <pc:sldMk cId="432592646" sldId="348"/>
            <ac:spMk id="11" creationId="{76E8BB85-644E-86E3-AA1D-0B8C360BE82D}"/>
          </ac:spMkLst>
        </pc:spChg>
        <pc:picChg chg="del">
          <ac:chgData name="raj ...." userId="45a8f3295fd08f58" providerId="Windows Live" clId="Web-{62B3A15B-3A37-444A-BDFB-4493BDD5B3D8}" dt="2026-05-21T18:18:58.745" v="500"/>
          <ac:picMkLst>
            <pc:docMk/>
            <pc:sldMk cId="432592646" sldId="348"/>
            <ac:picMk id="18" creationId="{AFCC9697-4706-C5D9-F4C2-044A9E4673B2}"/>
          </ac:picMkLst>
        </pc:picChg>
      </pc:sldChg>
      <pc:sldChg chg="modSp add replId">
        <pc:chgData name="raj ...." userId="45a8f3295fd08f58" providerId="Windows Live" clId="Web-{62B3A15B-3A37-444A-BDFB-4493BDD5B3D8}" dt="2026-05-21T18:27:23.205" v="553" actId="20577"/>
        <pc:sldMkLst>
          <pc:docMk/>
          <pc:sldMk cId="2288168349" sldId="349"/>
        </pc:sldMkLst>
        <pc:spChg chg="mod">
          <ac:chgData name="raj ...." userId="45a8f3295fd08f58" providerId="Windows Live" clId="Web-{62B3A15B-3A37-444A-BDFB-4493BDD5B3D8}" dt="2026-05-21T18:12:50.631" v="418" actId="20577"/>
          <ac:spMkLst>
            <pc:docMk/>
            <pc:sldMk cId="2288168349" sldId="349"/>
            <ac:spMk id="4" creationId="{EAFCD61F-7FEC-24F1-EB76-4A0B6F0F75ED}"/>
          </ac:spMkLst>
        </pc:spChg>
        <pc:spChg chg="mod">
          <ac:chgData name="raj ...." userId="45a8f3295fd08f58" providerId="Windows Live" clId="Web-{62B3A15B-3A37-444A-BDFB-4493BDD5B3D8}" dt="2026-05-21T18:27:23.205" v="553" actId="20577"/>
          <ac:spMkLst>
            <pc:docMk/>
            <pc:sldMk cId="2288168349" sldId="349"/>
            <ac:spMk id="11" creationId="{425559CC-6822-9622-5637-7C6D1604A56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3440B4-626E-4F3C-BAEA-93BE989AF4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A5570-8E4E-4AA9-B246-5A27A383B9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A69E4-EFBB-4687-8058-A94EE1B5781B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D364A-9468-466A-ACCD-ABB3762BE8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EF394-4AD6-48D1-9C4C-1B3D44BBF5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04FE7-BA7C-4FF4-9756-C6A1F2BCA3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717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546B2-EB9C-4E9C-8793-C25F32D58B9A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3F1C3-4FA3-4491-97F4-43CA9C8BDF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34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F993BB-6145-4D1C-B438-D1350312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68880"/>
            <a:ext cx="6311800" cy="2130561"/>
          </a:xfrm>
        </p:spPr>
        <p:txBody>
          <a:bodyPr anchor="t"/>
          <a:lstStyle>
            <a:lvl1pPr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0924F7AB-0386-4C0B-B9B7-D8E785EBF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792" y="138819"/>
            <a:ext cx="2369315" cy="86780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0EBEF97-3620-43B4-9D9A-099216F753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63441" y="1700048"/>
            <a:ext cx="4572000" cy="4572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731B2CC-46D6-41EE-AB20-C8DC7BA2142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208" y="1453896"/>
            <a:ext cx="5327904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A7CCC8-FE73-4ABC-8D86-F3BFA8F6A108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 hidden="1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8BDE82E-2197-4E58-98F3-0223BAA9F84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lnSpc>
                <a:spcPct val="100000"/>
              </a:lnSpc>
              <a:def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lnSpc>
                <a:spcPct val="100000"/>
              </a:lnSpc>
              <a:def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lnSpc>
                <a:spcPct val="100000"/>
              </a:lnSpc>
              <a:def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lnSpc>
                <a:spcPct val="100000"/>
              </a:lnSpc>
              <a:def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99696F-F8D9-451A-9677-E005032B6302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rest" TargetMode="External"/><Relationship Id="rId2" Type="http://schemas.openxmlformats.org/officeDocument/2006/relationships/hyperlink" Target="https://ollama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fect-prediction-uoh-project.onrender.com/" TargetMode="External"/><Relationship Id="rId5" Type="http://schemas.openxmlformats.org/officeDocument/2006/relationships/hyperlink" Target="https://github.com/abhi-raj76/SE_MAJOR_PROJECT" TargetMode="External"/><Relationship Id="rId4" Type="http://schemas.openxmlformats.org/officeDocument/2006/relationships/hyperlink" Target="https://render.com/docs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le 19">
            <a:extLst>
              <a:ext uri="{FF2B5EF4-FFF2-40B4-BE49-F238E27FC236}">
                <a16:creationId xmlns:a16="http://schemas.microsoft.com/office/drawing/2014/main" id="{B80F5727-85E7-45F7-BCCF-63924B8DA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22" y="1302341"/>
            <a:ext cx="6311800" cy="2130561"/>
          </a:xfrm>
        </p:spPr>
        <p:txBody>
          <a:bodyPr anchor="b">
            <a:normAutofit fontScale="90000"/>
          </a:bodyPr>
          <a:lstStyle/>
          <a:p>
            <a:r>
              <a:rPr lang="en-US" b="1"/>
              <a:t>Defect Prediction of LLM generated Java code</a:t>
            </a:r>
            <a:endParaRPr lang="en-US" b="1">
              <a:cs typeface="Segoe UI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D2C7A3B-E3BF-4ECB-AD6A-D5AB2501268E}"/>
              </a:ext>
            </a:extLst>
          </p:cNvPr>
          <p:cNvSpPr txBox="1">
            <a:spLocks/>
          </p:cNvSpPr>
          <p:nvPr/>
        </p:nvSpPr>
        <p:spPr>
          <a:xfrm>
            <a:off x="445995" y="3715162"/>
            <a:ext cx="6332839" cy="24558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accent2"/>
                </a:solidFill>
                <a:cs typeface="Segoe UI"/>
              </a:rPr>
              <a:t>Name : Abhishek Kumar Raj</a:t>
            </a:r>
            <a:br>
              <a:rPr lang="en-US" sz="2000" dirty="0">
                <a:cs typeface="Segoe UI"/>
              </a:rPr>
            </a:br>
            <a:r>
              <a:rPr lang="en-US" sz="2000" dirty="0">
                <a:solidFill>
                  <a:schemeClr val="accent2"/>
                </a:solidFill>
                <a:cs typeface="Segoe UI"/>
              </a:rPr>
              <a:t>Reg. No. : 24MCMC24</a:t>
            </a:r>
            <a:br>
              <a:rPr lang="en-US" sz="2000" dirty="0">
                <a:cs typeface="Segoe UI"/>
              </a:rPr>
            </a:br>
            <a:r>
              <a:rPr lang="en-US" sz="2000" dirty="0">
                <a:solidFill>
                  <a:schemeClr val="accent2"/>
                </a:solidFill>
                <a:cs typeface="Segoe UI"/>
              </a:rPr>
              <a:t>Department : MCA, SCIS, University of Hyderabad</a:t>
            </a:r>
            <a:br>
              <a:rPr lang="en-US" sz="2000" dirty="0">
                <a:cs typeface="Segoe UI"/>
              </a:rPr>
            </a:br>
            <a:r>
              <a:rPr lang="en-US" sz="2000">
                <a:solidFill>
                  <a:schemeClr val="accent2"/>
                </a:solidFill>
                <a:cs typeface="Segoe UI"/>
              </a:rPr>
              <a:t>Supervisor : Dr. Salman Abdul Moiz</a:t>
            </a:r>
            <a:br>
              <a:rPr lang="en-US" sz="2000" dirty="0">
                <a:cs typeface="Segoe UI"/>
              </a:rPr>
            </a:br>
            <a:endParaRPr lang="en-US" sz="2000">
              <a:solidFill>
                <a:schemeClr val="accent2"/>
              </a:solidFill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3710E3-A969-3ACC-6C95-C4DFE32C8023}"/>
              </a:ext>
            </a:extLst>
          </p:cNvPr>
          <p:cNvSpPr/>
          <p:nvPr/>
        </p:nvSpPr>
        <p:spPr>
          <a:xfrm>
            <a:off x="247158" y="242384"/>
            <a:ext cx="4276352" cy="640587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blue and orange coffee cup&#10;&#10;AI-generated content may be incorrect.">
            <a:extLst>
              <a:ext uri="{FF2B5EF4-FFF2-40B4-BE49-F238E27FC236}">
                <a16:creationId xmlns:a16="http://schemas.microsoft.com/office/drawing/2014/main" id="{CE6567C4-4086-F071-B0D2-583787DCA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991" y="3618948"/>
            <a:ext cx="2590801" cy="2568714"/>
          </a:xfrm>
          <a:prstGeom prst="rect">
            <a:avLst/>
          </a:prstGeom>
        </p:spPr>
      </p:pic>
      <p:pic>
        <p:nvPicPr>
          <p:cNvPr id="4" name="Picture 3" descr="A cartoon of a robot&#10;&#10;AI-generated content may be incorrect.">
            <a:extLst>
              <a:ext uri="{FF2B5EF4-FFF2-40B4-BE49-F238E27FC236}">
                <a16:creationId xmlns:a16="http://schemas.microsoft.com/office/drawing/2014/main" id="{8B1C332F-89B1-1FE0-9BE1-A6A0E3FD8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905" y="2768600"/>
            <a:ext cx="1828798" cy="1895060"/>
          </a:xfrm>
          <a:prstGeom prst="rect">
            <a:avLst/>
          </a:prstGeom>
        </p:spPr>
      </p:pic>
      <p:pic>
        <p:nvPicPr>
          <p:cNvPr id="6" name="Picture 5" descr="A magnifying glass with a gear symbol and a warning sign&#10;&#10;AI-generated content may be incorrect.">
            <a:extLst>
              <a:ext uri="{FF2B5EF4-FFF2-40B4-BE49-F238E27FC236}">
                <a16:creationId xmlns:a16="http://schemas.microsoft.com/office/drawing/2014/main" id="{19D8AED4-57A3-F581-EF2C-21D21AE79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3947" y="880164"/>
            <a:ext cx="1663148" cy="167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5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cs typeface="Segoe UI"/>
              </a:rPr>
              <a:t>Problem Statement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3DC4196-221B-4ABE-B326-B17B0BEE33E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28749" y="1309733"/>
            <a:ext cx="9735146" cy="48426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Software defects cause: </a:t>
            </a:r>
            <a:endParaRPr lang="en-US" sz="2000" dirty="0">
              <a:cs typeface="Segoe UI"/>
            </a:endParaRPr>
          </a:p>
          <a:p>
            <a:pPr marL="514350" lvl="1" indent="-285750">
              <a:buFont typeface="Wingdings"/>
              <a:buChar char="q"/>
            </a:pPr>
            <a:r>
              <a:rPr lang="en-US" sz="2000">
                <a:ea typeface="+mn-lt"/>
                <a:cs typeface="+mn-lt"/>
              </a:rPr>
              <a:t>Delay in software projects </a:t>
            </a:r>
            <a:endParaRPr lang="en-US" sz="2000" dirty="0">
              <a:cs typeface="Segoe UI"/>
            </a:endParaRPr>
          </a:p>
          <a:p>
            <a:pPr marL="514350" lvl="1" indent="-285750">
              <a:buFont typeface="Wingdings"/>
              <a:buChar char="q"/>
            </a:pPr>
            <a:r>
              <a:rPr lang="en-US" sz="2000">
                <a:ea typeface="+mn-lt"/>
                <a:cs typeface="+mn-lt"/>
              </a:rPr>
              <a:t>Extra development cost </a:t>
            </a:r>
            <a:endParaRPr lang="en-US" sz="2000" dirty="0">
              <a:ea typeface="+mn-lt"/>
              <a:cs typeface="+mn-lt"/>
            </a:endParaRPr>
          </a:p>
          <a:p>
            <a:pPr marL="514350" lvl="1" indent="-285750">
              <a:buFont typeface="Wingdings"/>
              <a:buChar char="q"/>
            </a:pPr>
            <a:r>
              <a:rPr lang="en-US" sz="2000">
                <a:ea typeface="+mn-lt"/>
                <a:cs typeface="+mn-lt"/>
              </a:rPr>
              <a:t>Poor software quality </a:t>
            </a:r>
            <a:endParaRPr lang="en-US" sz="2000" dirty="0">
              <a:cs typeface="Segoe UI"/>
            </a:endParaRPr>
          </a:p>
          <a:p>
            <a:pPr marL="285750" indent="-28575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Manual review of large Java codebases is slow </a:t>
            </a: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§"/>
            </a:pPr>
            <a:r>
              <a:rPr lang="en-US" sz="2000" dirty="0">
                <a:ea typeface="+mn-lt"/>
                <a:cs typeface="+mn-lt"/>
              </a:rPr>
              <a:t>LLM-generated code may contain compile errors, runtime errors, or failed unit tests </a:t>
            </a:r>
            <a:endParaRPr lang="en-US" sz="2000" dirty="0">
              <a:cs typeface="Segoe UI"/>
            </a:endParaRPr>
          </a:p>
          <a:p>
            <a:pPr marL="285750" indent="-28575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Early defect prediction can save development time</a:t>
            </a:r>
            <a:endParaRPr lang="en-US" sz="20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78602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>
            <a:noAutofit/>
          </a:bodyPr>
          <a:lstStyle/>
          <a:p>
            <a:r>
              <a:rPr lang="en-US" b="1">
                <a:ea typeface="+mn-lt"/>
                <a:cs typeface="+mn-lt"/>
              </a:rPr>
              <a:t>Objectives of the Project</a:t>
            </a:r>
            <a:endParaRPr lang="en-US" b="1">
              <a:cs typeface="Segoe UI"/>
            </a:endParaRPr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CB660AA3-E4E2-304A-B505-09E85E0DE613}"/>
              </a:ext>
            </a:extLst>
          </p:cNvPr>
          <p:cNvSpPr txBox="1">
            <a:spLocks/>
          </p:cNvSpPr>
          <p:nvPr/>
        </p:nvSpPr>
        <p:spPr>
          <a:xfrm>
            <a:off x="1095791" y="1716374"/>
            <a:ext cx="8494879" cy="39565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chemeClr val="tx1"/>
                </a:solidFill>
                <a:ea typeface="+mn-lt"/>
                <a:cs typeface="+mn-lt"/>
              </a:rPr>
              <a:t>The project aims to:</a:t>
            </a:r>
            <a:endParaRPr lang="en-US" sz="2400" b="1" dirty="0">
              <a:solidFill>
                <a:schemeClr val="tx1"/>
              </a:solidFill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Collect Java sample programs from GitHub and </a:t>
            </a:r>
            <a:r>
              <a:rPr lang="en-US" sz="2000" dirty="0" err="1">
                <a:solidFill>
                  <a:schemeClr val="tx1"/>
                </a:solidFill>
                <a:ea typeface="+mn-lt"/>
                <a:cs typeface="+mn-lt"/>
              </a:rPr>
              <a:t>Ollama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endParaRPr lang="en-US" sz="2000" dirty="0">
              <a:solidFill>
                <a:schemeClr val="tx1"/>
              </a:solidFill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Generate JUnit 5 test cases automatically </a:t>
            </a:r>
            <a:endParaRPr lang="en-US" sz="2000" dirty="0">
              <a:solidFill>
                <a:schemeClr val="tx1"/>
              </a:solidFill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Analyze Java programs using static metrics </a:t>
            </a:r>
            <a:endParaRPr lang="en-US" sz="2000" dirty="0">
              <a:solidFill>
                <a:schemeClr val="tx1"/>
              </a:solidFill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Build CSV datasets with defect labels </a:t>
            </a:r>
            <a:endParaRPr lang="en-US" sz="2000" dirty="0">
              <a:solidFill>
                <a:schemeClr val="tx1"/>
              </a:solidFill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Train machine learning models for prediction </a:t>
            </a:r>
            <a:endParaRPr lang="en-US" sz="2000" dirty="0">
              <a:solidFill>
                <a:schemeClr val="tx1"/>
              </a:solidFill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Provide prediction through </a:t>
            </a:r>
            <a:r>
              <a:rPr lang="en-US" sz="2000" dirty="0" err="1">
                <a:solidFill>
                  <a:schemeClr val="tx1"/>
                </a:solidFill>
                <a:ea typeface="+mn-lt"/>
                <a:cs typeface="+mn-lt"/>
              </a:rPr>
              <a:t>FastAPI</a:t>
            </a:r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 web application</a:t>
            </a:r>
            <a:endParaRPr lang="en-US" sz="2000" dirty="0">
              <a:solidFill>
                <a:schemeClr val="tx1"/>
              </a:solidFill>
              <a:cs typeface="Segoe UI"/>
            </a:endParaRPr>
          </a:p>
          <a:p>
            <a:pPr marL="285750" indent="-285750">
              <a:buFont typeface="Wingdings"/>
              <a:buChar char="§"/>
            </a:pPr>
            <a:endParaRPr lang="en-US" sz="2000" dirty="0">
              <a:solidFill>
                <a:schemeClr val="tx1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500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5D2B3-A751-8808-3AB1-8E463792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C21313-A2DE-15D0-2026-A061B6E1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ea typeface="+mn-lt"/>
                <a:cs typeface="+mn-lt"/>
              </a:rPr>
              <a:t>Existing System vs Proposed System</a:t>
            </a:r>
            <a:endParaRPr lang="en-US" b="1">
              <a:cs typeface="Segoe U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15D1EF-F341-1B75-36E7-B5188AE1A7F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61019" y="1711329"/>
            <a:ext cx="4823337" cy="32156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/>
              <a:t>Existing System :</a:t>
            </a:r>
            <a:endParaRPr lang="en-US" sz="2400" b="1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Manual code review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Time-consuming testing </a:t>
            </a: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Difficult to analyze large codebases </a:t>
            </a:r>
            <a:endParaRPr lang="en-US" sz="2000">
              <a:cs typeface="Segoe UI"/>
            </a:endParaRPr>
          </a:p>
          <a:p>
            <a:endParaRPr lang="en-US" sz="2400" b="1" dirty="0">
              <a:cs typeface="Segoe UI"/>
            </a:endParaRPr>
          </a:p>
          <a:p>
            <a:pPr marL="342900" indent="-342900">
              <a:buFont typeface="Wingdings"/>
              <a:buChar char="§"/>
            </a:pPr>
            <a:endParaRPr lang="en-US" sz="2000" dirty="0">
              <a:cs typeface="Segoe UI"/>
            </a:endParaRP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138A9D0B-B320-FB07-BAEE-FDE43F753671}"/>
              </a:ext>
            </a:extLst>
          </p:cNvPr>
          <p:cNvSpPr txBox="1">
            <a:spLocks/>
          </p:cNvSpPr>
          <p:nvPr/>
        </p:nvSpPr>
        <p:spPr>
          <a:xfrm>
            <a:off x="6687230" y="1709270"/>
            <a:ext cx="4823337" cy="32156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/>
              <a:t>Proposed System :</a:t>
            </a:r>
            <a:endParaRPr lang="en-US" sz="2400">
              <a:solidFill>
                <a:srgbClr val="000000"/>
              </a:solidFill>
              <a:cs typeface="Segoe UI"/>
            </a:endParaRPr>
          </a:p>
          <a:p>
            <a:pPr marL="342900" indent="-342900">
              <a:buFont typeface="Wingdings,Sans-Serif"/>
              <a:buChar char="§"/>
            </a:pPr>
            <a:r>
              <a:rPr lang="en-US" sz="2000">
                <a:ea typeface="+mn-lt"/>
                <a:cs typeface="+mn-lt"/>
              </a:rPr>
              <a:t>Automated defect analysis pipeline 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Wingdings,Sans-Serif"/>
              <a:buChar char="§"/>
            </a:pPr>
            <a:r>
              <a:rPr lang="en-US" sz="2000">
                <a:ea typeface="+mn-lt"/>
                <a:cs typeface="+mn-lt"/>
              </a:rPr>
              <a:t>Machine learning-based prediction </a:t>
            </a:r>
            <a:endParaRPr lang="en-US" sz="2000">
              <a:solidFill>
                <a:srgbClr val="000000"/>
              </a:solidFill>
              <a:cs typeface="Segoe UI"/>
            </a:endParaRPr>
          </a:p>
          <a:p>
            <a:pPr marL="342900" indent="-342900">
              <a:buFont typeface="Wingdings,Sans-Serif"/>
              <a:buChar char="§"/>
            </a:pPr>
            <a:r>
              <a:rPr lang="en-US" sz="2000">
                <a:cs typeface="Segoe UI"/>
              </a:rPr>
              <a:t>Automatic test generation </a:t>
            </a:r>
            <a:endParaRPr lang="en-US" sz="2000">
              <a:solidFill>
                <a:srgbClr val="000000"/>
              </a:solidFill>
              <a:cs typeface="Segoe UI"/>
            </a:endParaRPr>
          </a:p>
          <a:p>
            <a:pPr marL="342900" indent="-342900">
              <a:buFont typeface="Wingdings,Sans-Serif"/>
              <a:buChar char="§"/>
            </a:pPr>
            <a:r>
              <a:rPr lang="en-US" sz="2000">
                <a:cs typeface="Segoe UI"/>
              </a:rPr>
              <a:t>Web-based prediction interface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98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B3788-F64B-B0AD-9483-C24DAF1E7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1F6701-D2F5-8288-318E-E280D2A58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>
                <a:ea typeface="+mn-lt"/>
                <a:cs typeface="+mn-lt"/>
              </a:rPr>
              <a:t>System Architecture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E9D5A1C-07F7-A566-C237-4CBBB2667E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7153" y="1711329"/>
            <a:ext cx="7037255" cy="39776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The system works as an end-to-end pipeline :</a:t>
            </a:r>
            <a:endParaRPr lang="en-US" sz="2400" b="1"/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Java code collection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Test generation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Defect analysis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Dataset creation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ML model training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Web prediction</a:t>
            </a:r>
            <a:endParaRPr lang="en-US" sz="2000">
              <a:cs typeface="Segoe UI"/>
            </a:endParaRPr>
          </a:p>
          <a:p>
            <a:pPr>
              <a:buFont typeface="Wingdings"/>
              <a:buChar char="§"/>
            </a:pPr>
            <a:endParaRPr lang="en-US" sz="2000" dirty="0">
              <a:cs typeface="Segoe UI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B7C1C6-4FEA-6C97-B908-FF966189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664" y="1297460"/>
            <a:ext cx="5895022" cy="540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9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E557E-0298-D06F-A369-7587E532F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E514F9-53D8-865B-E754-1F52DCA2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ea typeface="+mn-lt"/>
                <a:cs typeface="+mn-lt"/>
              </a:rPr>
              <a:t>Project Module Structure</a:t>
            </a:r>
            <a:endParaRPr lang="en-US" b="1">
              <a:cs typeface="Segoe U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D49B557-55C3-D393-F40A-527C9F332D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208" y="1711328"/>
            <a:ext cx="6491498" cy="39776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The project is divided into modules:</a:t>
            </a:r>
            <a:endParaRPr lang="en-US" sz="2400" b="1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b="1">
                <a:ea typeface="+mn-lt"/>
                <a:cs typeface="+mn-lt"/>
              </a:rPr>
              <a:t>all_code_generator.py</a:t>
            </a:r>
            <a:r>
              <a:rPr lang="en-US" sz="2000">
                <a:ea typeface="+mn-lt"/>
                <a:cs typeface="+mn-lt"/>
              </a:rPr>
              <a:t> → collects Java samples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b="1">
                <a:ea typeface="+mn-lt"/>
                <a:cs typeface="+mn-lt"/>
              </a:rPr>
              <a:t>test_case_generator.py</a:t>
            </a:r>
            <a:r>
              <a:rPr lang="en-US" sz="2000">
                <a:ea typeface="+mn-lt"/>
                <a:cs typeface="+mn-lt"/>
              </a:rPr>
              <a:t> → generates JUnit tests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b="1">
                <a:ea typeface="+mn-lt"/>
                <a:cs typeface="+mn-lt"/>
              </a:rPr>
              <a:t>defect_analyzer.py</a:t>
            </a:r>
            <a:r>
              <a:rPr lang="en-US" sz="2000">
                <a:ea typeface="+mn-lt"/>
                <a:cs typeface="+mn-lt"/>
              </a:rPr>
              <a:t> → compiles and analyzes code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b="1">
                <a:ea typeface="+mn-lt"/>
                <a:cs typeface="+mn-lt"/>
              </a:rPr>
              <a:t>defect_rules.py</a:t>
            </a:r>
            <a:r>
              <a:rPr lang="en-US" sz="2000">
                <a:ea typeface="+mn-lt"/>
                <a:cs typeface="+mn-lt"/>
              </a:rPr>
              <a:t> → applies regex-based defect rules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b="1">
                <a:ea typeface="+mn-lt"/>
                <a:cs typeface="+mn-lt"/>
              </a:rPr>
              <a:t>train_defect_model.py</a:t>
            </a:r>
            <a:r>
              <a:rPr lang="en-US" sz="2000">
                <a:ea typeface="+mn-lt"/>
                <a:cs typeface="+mn-lt"/>
              </a:rPr>
              <a:t> → trains ML models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b="1" dirty="0">
                <a:ea typeface="+mn-lt"/>
                <a:cs typeface="+mn-lt"/>
              </a:rPr>
              <a:t>webapp.py</a:t>
            </a:r>
            <a:r>
              <a:rPr lang="en-US" sz="2000" dirty="0">
                <a:ea typeface="+mn-lt"/>
                <a:cs typeface="+mn-lt"/>
              </a:rPr>
              <a:t> → provides </a:t>
            </a:r>
            <a:r>
              <a:rPr lang="en-US" sz="2000" dirty="0" err="1">
                <a:ea typeface="+mn-lt"/>
                <a:cs typeface="+mn-lt"/>
              </a:rPr>
              <a:t>FastAPI</a:t>
            </a:r>
            <a:r>
              <a:rPr lang="en-US" sz="2000" dirty="0">
                <a:ea typeface="+mn-lt"/>
                <a:cs typeface="+mn-lt"/>
              </a:rPr>
              <a:t> web interface</a:t>
            </a:r>
            <a:endParaRPr lang="en-US" sz="2000" dirty="0">
              <a:cs typeface="Segoe UI"/>
            </a:endParaRPr>
          </a:p>
          <a:p>
            <a:pPr>
              <a:buFont typeface="Wingdings"/>
              <a:buChar char="§"/>
            </a:pPr>
            <a:endParaRPr lang="en-US" dirty="0">
              <a:cs typeface="Segoe UI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232A7D-7B6E-6088-1586-84EB30519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745" y="1295658"/>
            <a:ext cx="2691970" cy="512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04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75CB6-0C06-7117-B8F4-842DF908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682BE8-7825-1AE1-5EEE-99C57DC82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ea typeface="+mn-lt"/>
                <a:cs typeface="+mn-lt"/>
              </a:rPr>
              <a:t>Technologies Used</a:t>
            </a:r>
            <a:endParaRPr lang="en-US" b="1">
              <a:cs typeface="Segoe U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3A9202-3569-B594-80A7-1B7DC3031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198671"/>
              </p:ext>
            </p:extLst>
          </p:nvPr>
        </p:nvGraphicFramePr>
        <p:xfrm>
          <a:off x="1095220" y="1710916"/>
          <a:ext cx="10075498" cy="43178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037749">
                  <a:extLst>
                    <a:ext uri="{9D8B030D-6E8A-4147-A177-3AD203B41FA5}">
                      <a16:colId xmlns:a16="http://schemas.microsoft.com/office/drawing/2014/main" val="725765514"/>
                    </a:ext>
                  </a:extLst>
                </a:gridCol>
                <a:gridCol w="5037749">
                  <a:extLst>
                    <a:ext uri="{9D8B030D-6E8A-4147-A177-3AD203B41FA5}">
                      <a16:colId xmlns:a16="http://schemas.microsoft.com/office/drawing/2014/main" val="1417208616"/>
                    </a:ext>
                  </a:extLst>
                </a:gridCol>
              </a:tblGrid>
              <a:tr h="5397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/>
                        <a:t>Technology 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049800"/>
                  </a:ext>
                </a:extLst>
              </a:tr>
              <a:tr h="539735">
                <a:tc>
                  <a:txBody>
                    <a:bodyPr/>
                    <a:lstStyle/>
                    <a:p>
                      <a:r>
                        <a:rPr lang="en-GB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Backend &amp; 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353456"/>
                  </a:ext>
                </a:extLst>
              </a:tr>
              <a:tr h="539735">
                <a:tc>
                  <a:txBody>
                    <a:bodyPr/>
                    <a:lstStyle/>
                    <a:p>
                      <a:r>
                        <a:rPr lang="en-GB" dirty="0" err="1"/>
                        <a:t>FastAPI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Web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003304"/>
                  </a:ext>
                </a:extLst>
              </a:tr>
              <a:tr h="539735">
                <a:tc>
                  <a:txBody>
                    <a:bodyPr/>
                    <a:lstStyle/>
                    <a:p>
                      <a:r>
                        <a:rPr lang="en-GB"/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ML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98625"/>
                  </a:ext>
                </a:extLst>
              </a:tr>
              <a:tr h="539735">
                <a:tc>
                  <a:txBody>
                    <a:bodyPr/>
                    <a:lstStyle/>
                    <a:p>
                      <a:r>
                        <a:rPr lang="en-GB"/>
                        <a:t>Java &amp; JUnit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Code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598006"/>
                  </a:ext>
                </a:extLst>
              </a:tr>
              <a:tr h="539735">
                <a:tc>
                  <a:txBody>
                    <a:bodyPr/>
                    <a:lstStyle/>
                    <a:p>
                      <a:r>
                        <a:rPr lang="en-GB" err="1"/>
                        <a:t>Ollama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LLM-based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244514"/>
                  </a:ext>
                </a:extLst>
              </a:tr>
              <a:tr h="539735">
                <a:tc>
                  <a:txBody>
                    <a:bodyPr/>
                    <a:lstStyle/>
                    <a:p>
                      <a:r>
                        <a:rPr lang="en-GB"/>
                        <a:t>Docker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710732"/>
                  </a:ext>
                </a:extLst>
              </a:tr>
              <a:tr h="539735">
                <a:tc>
                  <a:txBody>
                    <a:bodyPr/>
                    <a:lstStyle/>
                    <a:p>
                      <a:r>
                        <a:rPr lang="en-GB"/>
                        <a:t>Render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Cloud Hosting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58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02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7E4CD-0F24-79BF-03DA-35E8B23FB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1F599C-1291-F4C1-5E43-62B747D94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ea typeface="+mn-lt"/>
                <a:cs typeface="+mn-lt"/>
              </a:rPr>
              <a:t>Dataset Generation Process</a:t>
            </a:r>
            <a:endParaRPr lang="en-US" b="1">
              <a:cs typeface="Segoe U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E60B30C-B845-9E71-C59B-F76E964A99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208" y="1453896"/>
            <a:ext cx="8242039" cy="520301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Wingdings"/>
              <a:buChar char="§"/>
            </a:pPr>
            <a:r>
              <a:rPr lang="en-US" sz="2000" dirty="0">
                <a:ea typeface="+mn-lt"/>
                <a:cs typeface="+mn-lt"/>
              </a:rPr>
              <a:t>Java programs are collected from GitHub and </a:t>
            </a:r>
            <a:r>
              <a:rPr lang="en-US" sz="2000" dirty="0" err="1">
                <a:ea typeface="+mn-lt"/>
                <a:cs typeface="+mn-lt"/>
              </a:rPr>
              <a:t>Ollama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/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JUnit 5 test files are generated automatically 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Source files are compiled and executed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Static metrics are extracted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CSV datasets are created for ML training </a:t>
            </a:r>
            <a:endParaRPr lang="en-US" sz="2000">
              <a:cs typeface="Segoe UI"/>
            </a:endParaRPr>
          </a:p>
          <a:p>
            <a:r>
              <a:rPr lang="en-US" sz="2400" b="1">
                <a:ea typeface="+mn-lt"/>
                <a:cs typeface="+mn-lt"/>
              </a:rPr>
              <a:t>Generated datasets :</a:t>
            </a:r>
            <a:endParaRPr lang="en-US" sz="2400" b="1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defect_dataset.csv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defect_report.csv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train/test split CSV files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endParaRPr lang="en-US" sz="2000" dirty="0">
              <a:cs typeface="Segoe UI"/>
            </a:endParaRPr>
          </a:p>
        </p:txBody>
      </p:sp>
      <p:pic>
        <p:nvPicPr>
          <p:cNvPr id="2" name="Picture 1" descr="A diagram of a program&#10;&#10;AI-generated content may be incorrect.">
            <a:extLst>
              <a:ext uri="{FF2B5EF4-FFF2-40B4-BE49-F238E27FC236}">
                <a16:creationId xmlns:a16="http://schemas.microsoft.com/office/drawing/2014/main" id="{7DFAFA12-5576-7EBF-84F4-8DAFEFA71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01" y="1279826"/>
            <a:ext cx="5600700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B91BC-5FA6-3ECD-A262-D6F19D081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0DC9B1-6F62-9153-BE10-99D75C0EC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ea typeface="+mn-lt"/>
                <a:cs typeface="+mn-lt"/>
              </a:rPr>
              <a:t>Static Metrics Extracted</a:t>
            </a:r>
            <a:endParaRPr lang="en-US" b="1">
              <a:cs typeface="Segoe U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C681EAC-80C9-0DA1-6B6F-188EB958F3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208" y="1443599"/>
            <a:ext cx="6553282" cy="47190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The system extracts static metrics such as :</a:t>
            </a:r>
            <a:endParaRPr lang="en-US" sz="2400" b="1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Lines of Code (LOC)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Method count 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Cyclomatic complexity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Max nesting depth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Loop count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Catch count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Comment ratio </a:t>
            </a:r>
            <a:endParaRPr lang="en-US" sz="2000">
              <a:cs typeface="Segoe UI"/>
            </a:endParaRPr>
          </a:p>
          <a:p>
            <a:pPr>
              <a:buFont typeface="Wingdings"/>
              <a:buChar char="§"/>
            </a:pPr>
            <a:endParaRPr lang="en-US" sz="2000" dirty="0">
              <a:cs typeface="Segoe UI"/>
            </a:endParaRPr>
          </a:p>
          <a:p>
            <a:pPr>
              <a:buFont typeface="Wingdings"/>
              <a:buChar char="§"/>
            </a:pPr>
            <a:endParaRPr lang="en-US" sz="2000" dirty="0">
              <a:cs typeface="Segoe UI"/>
            </a:endParaRP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AEDF5FE2-C115-1439-8AE4-C1400ECCC76C}"/>
              </a:ext>
            </a:extLst>
          </p:cNvPr>
          <p:cNvSpPr txBox="1">
            <a:spLocks/>
          </p:cNvSpPr>
          <p:nvPr/>
        </p:nvSpPr>
        <p:spPr>
          <a:xfrm>
            <a:off x="3320013" y="3799620"/>
            <a:ext cx="5616228" cy="39776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+mn-lt"/>
                <a:cs typeface="+mn-lt"/>
              </a:rPr>
              <a:t>Additional features :</a:t>
            </a:r>
            <a:endParaRPr lang="en-US" sz="24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dirty="0" err="1">
                <a:ea typeface="+mn-lt"/>
                <a:cs typeface="+mn-lt"/>
              </a:rPr>
              <a:t>has_main_method</a:t>
            </a:r>
            <a:r>
              <a:rPr lang="en-US" sz="2000" dirty="0">
                <a:ea typeface="+mn-lt"/>
                <a:cs typeface="+mn-lt"/>
              </a:rPr>
              <a:t> </a:t>
            </a:r>
            <a:endParaRPr lang="en-US" sz="2000" dirty="0">
              <a:solidFill>
                <a:srgbClr val="000000"/>
              </a:solidFill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dirty="0" err="1">
                <a:cs typeface="Segoe UI"/>
              </a:rPr>
              <a:t>is_interactive_program</a:t>
            </a:r>
            <a:r>
              <a:rPr lang="en-US" sz="2000" dirty="0">
                <a:cs typeface="Segoe UI"/>
              </a:rPr>
              <a:t> </a:t>
            </a:r>
            <a:endParaRPr lang="en-US" sz="2000" dirty="0">
              <a:solidFill>
                <a:srgbClr val="000000"/>
              </a:solidFill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dirty="0" err="1">
                <a:cs typeface="Segoe UI"/>
              </a:rPr>
              <a:t>source_origin</a:t>
            </a:r>
            <a:endParaRPr lang="en-GB" dirty="0" err="1">
              <a:cs typeface="Segoe UI"/>
            </a:endParaRPr>
          </a:p>
        </p:txBody>
      </p:sp>
      <p:pic>
        <p:nvPicPr>
          <p:cNvPr id="5" name="Picture 4" descr="A screenshot of a white box&#10;&#10;AI-generated content may be incorrect.">
            <a:extLst>
              <a:ext uri="{FF2B5EF4-FFF2-40B4-BE49-F238E27FC236}">
                <a16:creationId xmlns:a16="http://schemas.microsoft.com/office/drawing/2014/main" id="{879440E5-EE62-56C0-DC18-05BD2D8AF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684" y="2424757"/>
            <a:ext cx="5482795" cy="268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E2ECB-6BC8-BFE1-5EA0-6E2827CE2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8354E6-EFC5-0F96-2C23-1499A3C07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ea typeface="+mn-lt"/>
                <a:cs typeface="+mn-lt"/>
              </a:rPr>
              <a:t>Machine Learning Models</a:t>
            </a:r>
            <a:endParaRPr lang="en-US" b="1">
              <a:cs typeface="Segoe U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74137DA-B045-19E5-338F-7951F80241A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208" y="1443599"/>
            <a:ext cx="6954877" cy="497647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Three machine learning models are compared:</a:t>
            </a:r>
            <a:endParaRPr lang="en-US" sz="2400" b="1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Logistic Regression </a:t>
            </a: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Random Forest </a:t>
            </a: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Gradient Boosting </a:t>
            </a:r>
          </a:p>
          <a:p>
            <a:r>
              <a:rPr lang="en-US" sz="2000">
                <a:ea typeface="+mn-lt"/>
                <a:cs typeface="+mn-lt"/>
              </a:rPr>
              <a:t>The best model is selected using weighted F1-score.</a:t>
            </a:r>
            <a:endParaRPr lang="en-US" sz="2000">
              <a:cs typeface="Segoe UI"/>
            </a:endParaRPr>
          </a:p>
          <a:p>
            <a:r>
              <a:rPr lang="en-US" sz="2400" b="1"/>
              <a:t>Result :</a:t>
            </a:r>
            <a:endParaRPr lang="en-US" sz="2400" b="1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b="1">
                <a:ea typeface="+mn-lt"/>
                <a:cs typeface="+mn-lt"/>
              </a:rPr>
              <a:t>Best model :</a:t>
            </a:r>
            <a:r>
              <a:rPr lang="en-US" sz="2000">
                <a:ea typeface="+mn-lt"/>
                <a:cs typeface="+mn-lt"/>
              </a:rPr>
              <a:t> Gradient Boosting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b="1">
                <a:ea typeface="+mn-lt"/>
                <a:cs typeface="+mn-lt"/>
              </a:rPr>
              <a:t>Accuracy achieved :</a:t>
            </a:r>
            <a:r>
              <a:rPr lang="en-US" sz="2000">
                <a:ea typeface="+mn-lt"/>
                <a:cs typeface="+mn-lt"/>
              </a:rPr>
              <a:t> approximately 67.15%</a:t>
            </a:r>
            <a:endParaRPr lang="en-US" sz="2000">
              <a:cs typeface="Segoe UI"/>
            </a:endParaRPr>
          </a:p>
          <a:p>
            <a:pPr>
              <a:buFont typeface="Wingdings"/>
              <a:buChar char="§"/>
            </a:pPr>
            <a:endParaRPr lang="en-US" sz="2000" dirty="0">
              <a:cs typeface="Segoe UI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3FE2DA-E287-D523-90DA-781435C7C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177" y="916459"/>
            <a:ext cx="3286757" cy="577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0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88B37-EA8E-40B7-0F98-7A2D402F7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F39C6D-E533-5F73-D330-AC895B168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ea typeface="+mn-lt"/>
                <a:cs typeface="+mn-lt"/>
              </a:rPr>
              <a:t>Defect Prediction Formula</a:t>
            </a:r>
            <a:endParaRPr lang="en-US" b="1">
              <a:cs typeface="Segoe U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BDBA952-774D-A210-DD1D-C56F6EF124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9532" y="1453896"/>
            <a:ext cx="5327904" cy="42350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>
                <a:ea typeface="+mn-lt"/>
                <a:cs typeface="+mn-lt"/>
              </a:rPr>
              <a:t>Defect density is used to classify defect risk.</a:t>
            </a:r>
            <a:endParaRPr lang="en-US" sz="2000" b="1">
              <a:cs typeface="Segoe UI"/>
            </a:endParaRPr>
          </a:p>
          <a:p>
            <a:r>
              <a:rPr lang="en-US" sz="2000" b="1">
                <a:ea typeface="+mn-lt"/>
                <a:cs typeface="+mn-lt"/>
              </a:rPr>
              <a:t>Defect Density = ( Total Defects / LOC ) * 1000</a:t>
            </a:r>
          </a:p>
          <a:p>
            <a:r>
              <a:rPr lang="en-US" sz="2400" b="1" dirty="0"/>
              <a:t>Density Grades (Based on APSEC </a:t>
            </a:r>
            <a:r>
              <a:rPr lang="en-US" sz="2400" b="1"/>
              <a:t>2012 research (DD) ):</a:t>
            </a:r>
            <a:endParaRPr lang="en-US" sz="2400" b="1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Clean ( 0 )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Low ( &lt; 4.3 )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Medium ( 4.3 - 7.47 )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High ( &gt; 7.47 )</a:t>
            </a:r>
            <a:endParaRPr lang="en-US" sz="2000" dirty="0">
              <a:ea typeface="+mn-lt"/>
              <a:cs typeface="+mn-lt"/>
            </a:endParaRPr>
          </a:p>
          <a:p>
            <a:pPr>
              <a:buFont typeface="Wingdings"/>
              <a:buChar char="§"/>
            </a:pPr>
            <a:endParaRPr lang="en-US" sz="2000" dirty="0">
              <a:cs typeface="Segoe UI"/>
            </a:endParaRPr>
          </a:p>
          <a:p>
            <a:pPr>
              <a:buFont typeface="Wingdings"/>
              <a:buChar char="§"/>
            </a:pPr>
            <a:endParaRPr lang="en-US" sz="2000" dirty="0">
              <a:cs typeface="Segoe UI"/>
            </a:endParaRP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95343984-BED1-BC02-A98E-076A72B7BE62}"/>
              </a:ext>
            </a:extLst>
          </p:cNvPr>
          <p:cNvSpPr txBox="1">
            <a:spLocks/>
          </p:cNvSpPr>
          <p:nvPr/>
        </p:nvSpPr>
        <p:spPr>
          <a:xfrm>
            <a:off x="6913771" y="1451837"/>
            <a:ext cx="4318769" cy="34421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ea typeface="+mn-lt"/>
                <a:cs typeface="+mn-lt"/>
              </a:rPr>
              <a:t>Total Defects Include :</a:t>
            </a:r>
            <a:endParaRPr lang="en-US" sz="2400" b="1">
              <a:solidFill>
                <a:srgbClr val="000000"/>
              </a:solidFill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Source compile errors 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Runtime errors 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Test compile errors 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Failed tests</a:t>
            </a:r>
            <a:endParaRPr lang="en-GB">
              <a:cs typeface="Segoe UI"/>
            </a:endParaRPr>
          </a:p>
          <a:p>
            <a:pPr>
              <a:buFont typeface="Wingdings"/>
              <a:buChar char="§"/>
            </a:pPr>
            <a:endParaRPr lang="en-GB" sz="2000" dirty="0">
              <a:cs typeface="Segoe UI"/>
            </a:endParaRPr>
          </a:p>
          <a:p>
            <a:pPr>
              <a:buFont typeface="Wingdings"/>
              <a:buChar char="§"/>
            </a:pPr>
            <a:endParaRPr lang="en-GB" sz="20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19541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B406D-0449-358C-49CC-592A56CD4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B110FB-7F3A-DA28-D227-658A284A2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ea typeface="+mn-lt"/>
                <a:cs typeface="+mn-lt"/>
              </a:rPr>
              <a:t>Model Results &amp; Evaluation</a:t>
            </a:r>
            <a:endParaRPr lang="en-US" b="1">
              <a:cs typeface="Segoe U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880BED7-99C4-A691-86D2-5D2E5C5B8B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9532" y="1453896"/>
            <a:ext cx="5327904" cy="39776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Evaluation metrics used :</a:t>
            </a:r>
            <a:endParaRPr lang="en-US" sz="2400" b="1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Accuracy </a:t>
            </a:r>
            <a:r>
              <a:rPr lang="en-US" sz="1600">
                <a:ea typeface="+mn-lt"/>
                <a:cs typeface="+mn-lt"/>
              </a:rPr>
              <a:t>(TP+TN)/(TP+TN+FP+FN)</a:t>
            </a:r>
            <a:endParaRPr lang="en-US" sz="16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Precision </a:t>
            </a:r>
            <a:r>
              <a:rPr lang="en-US" sz="1600">
                <a:ea typeface="+mn-lt"/>
                <a:cs typeface="+mn-lt"/>
              </a:rPr>
              <a:t>(TP)/(TP+FP)</a:t>
            </a:r>
            <a:endParaRPr lang="en-US" sz="16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Recall </a:t>
            </a:r>
            <a:r>
              <a:rPr lang="en-US" sz="1600">
                <a:ea typeface="+mn-lt"/>
                <a:cs typeface="+mn-lt"/>
              </a:rPr>
              <a:t>(TP)/(TP+FN)</a:t>
            </a:r>
            <a:endParaRPr lang="en-US" sz="16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dirty="0">
                <a:ea typeface="+mn-lt"/>
                <a:cs typeface="+mn-lt"/>
              </a:rPr>
              <a:t>F1-score </a:t>
            </a:r>
            <a:r>
              <a:rPr lang="en-US" sz="1600" dirty="0">
                <a:ea typeface="+mn-lt"/>
                <a:cs typeface="+mn-lt"/>
              </a:rPr>
              <a:t>(Balance </a:t>
            </a:r>
            <a:r>
              <a:rPr lang="en-US" sz="1600">
                <a:ea typeface="+mn-lt"/>
                <a:cs typeface="+mn-lt"/>
              </a:rPr>
              <a:t>between P and R)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1600" dirty="0">
                <a:ea typeface="+mn-lt"/>
                <a:cs typeface="+mn-lt"/>
              </a:rPr>
              <a:t>2 * (Precision * Recall)/(Precision + Recall)</a:t>
            </a:r>
            <a:r>
              <a:rPr lang="en-US" sz="2000" dirty="0">
                <a:ea typeface="+mn-lt"/>
                <a:cs typeface="+mn-lt"/>
              </a:rPr>
              <a:t> </a:t>
            </a: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Confusion Matrix </a:t>
            </a:r>
            <a:endParaRPr lang="en-US" sz="2000">
              <a:cs typeface="Segoe UI"/>
            </a:endParaRPr>
          </a:p>
          <a:p>
            <a:pPr>
              <a:buFont typeface="Wingdings"/>
              <a:buChar char="§"/>
            </a:pPr>
            <a:endParaRPr lang="en-US" sz="2000" dirty="0">
              <a:cs typeface="Segoe UI"/>
            </a:endParaRP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E20AF876-6570-4F61-E28E-B5F514B1E65F}"/>
              </a:ext>
            </a:extLst>
          </p:cNvPr>
          <p:cNvSpPr txBox="1">
            <a:spLocks/>
          </p:cNvSpPr>
          <p:nvPr/>
        </p:nvSpPr>
        <p:spPr>
          <a:xfrm>
            <a:off x="4741041" y="1451837"/>
            <a:ext cx="3773013" cy="39570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ea typeface="+mn-lt"/>
                <a:cs typeface="+mn-lt"/>
              </a:rPr>
              <a:t>Dataset Information :</a:t>
            </a:r>
            <a:endParaRPr lang="en-US" sz="2400" b="1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Training rows: 1108 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Test rows: 277 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Best Accuracy :</a:t>
            </a:r>
            <a:endParaRPr lang="en-US" sz="2400" b="1">
              <a:solidFill>
                <a:srgbClr val="000000"/>
              </a:solidFill>
              <a:cs typeface="Segoe UI"/>
            </a:endParaRPr>
          </a:p>
          <a:p>
            <a:pPr marL="285750" indent="-285750">
              <a:buFont typeface="Wingdings"/>
              <a:buChar char="§"/>
            </a:pPr>
            <a:r>
              <a:rPr lang="en-US" sz="2000" dirty="0">
                <a:cs typeface="Segoe UI"/>
              </a:rPr>
              <a:t>67.15% for </a:t>
            </a:r>
            <a:r>
              <a:rPr lang="en-US" sz="2000" dirty="0" err="1">
                <a:cs typeface="Segoe UI"/>
              </a:rPr>
              <a:t>is_defective</a:t>
            </a:r>
            <a:r>
              <a:rPr lang="en-US" sz="2000" dirty="0">
                <a:cs typeface="Segoe UI"/>
              </a:rPr>
              <a:t> target</a:t>
            </a:r>
            <a:endParaRPr lang="en-GB" dirty="0">
              <a:cs typeface="Segoe UI"/>
            </a:endParaRPr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5ACEB7A-B3F5-622C-933E-12848985C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360" y="1577160"/>
            <a:ext cx="401955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8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D1D59-72A4-4114-17D9-574BBC6EB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BA3F02-2A3C-D7DF-3B85-4A0F00B99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>
                <a:ea typeface="+mn-lt"/>
                <a:cs typeface="+mn-lt"/>
              </a:rPr>
              <a:t>Web Application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18B904A-F421-9FA9-5EA7-B1E5109505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208" y="1453896"/>
            <a:ext cx="5327904" cy="453369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>
                <a:ea typeface="+mn-lt"/>
                <a:cs typeface="+mn-lt"/>
              </a:rPr>
              <a:t>The </a:t>
            </a:r>
            <a:r>
              <a:rPr lang="en-US" sz="2400" b="1" dirty="0" err="1">
                <a:ea typeface="+mn-lt"/>
                <a:cs typeface="+mn-lt"/>
              </a:rPr>
              <a:t>FastAPI</a:t>
            </a:r>
            <a:r>
              <a:rPr lang="en-US" sz="2400" b="1" dirty="0">
                <a:ea typeface="+mn-lt"/>
                <a:cs typeface="+mn-lt"/>
              </a:rPr>
              <a:t> web application allows users to :</a:t>
            </a:r>
            <a:endParaRPr lang="en-US" sz="2400" b="1" dirty="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Paste Java code 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Upload .java files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Predict defect probability 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View compiler output 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View code metrics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View rule-based defect risks </a:t>
            </a:r>
            <a:endParaRPr lang="en-US" sz="2000">
              <a:cs typeface="Segoe UI"/>
            </a:endParaRPr>
          </a:p>
          <a:p>
            <a:pPr>
              <a:buFont typeface="Wingdings"/>
              <a:buChar char="§"/>
            </a:pPr>
            <a:endParaRPr lang="en-US" sz="2000" dirty="0">
              <a:cs typeface="Segoe UI"/>
            </a:endParaRPr>
          </a:p>
          <a:p>
            <a:pPr>
              <a:buFont typeface="Wingdings"/>
              <a:buChar char="§"/>
            </a:pPr>
            <a:endParaRPr lang="en-US" sz="2000" dirty="0">
              <a:cs typeface="Segoe UI"/>
            </a:endParaRP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76765012-E2E2-4190-3B45-F4D07F4941F4}"/>
              </a:ext>
            </a:extLst>
          </p:cNvPr>
          <p:cNvSpPr txBox="1">
            <a:spLocks/>
          </p:cNvSpPr>
          <p:nvPr/>
        </p:nvSpPr>
        <p:spPr>
          <a:xfrm>
            <a:off x="3659824" y="2100567"/>
            <a:ext cx="3577365" cy="19799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ea typeface="+mn-lt"/>
                <a:cs typeface="+mn-lt"/>
              </a:rPr>
              <a:t>API :</a:t>
            </a:r>
            <a:endParaRPr lang="en-US" sz="2000" b="1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GET</a:t>
            </a:r>
            <a:r>
              <a:rPr lang="en-US" sz="2000">
                <a:cs typeface="Segoe UI"/>
              </a:rPr>
              <a:t> / → HTML form </a:t>
            </a:r>
            <a:endParaRPr lang="en-US" sz="2000">
              <a:solidFill>
                <a:srgbClr val="000000"/>
              </a:solidFill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cs typeface="Segoe UI"/>
              </a:rPr>
              <a:t>POST /analyze → prediction endpoint</a:t>
            </a:r>
            <a:endParaRPr lang="en-GB">
              <a:cs typeface="Segoe UI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B2FE14C-10C3-DA3C-8417-BAAFB3256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569" y="1225379"/>
            <a:ext cx="4280943" cy="4129216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F9BC2D-0EE5-9DA8-CF25-74B54B560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643" y="4849900"/>
            <a:ext cx="3577283" cy="167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4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D9CFF-F1A8-4505-B65C-41E1CB3D2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DDE42B-51E8-87DC-C5C1-0D2E3A34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ea typeface="+mn-lt"/>
                <a:cs typeface="+mn-lt"/>
              </a:rPr>
              <a:t>Testing &amp; Debugging</a:t>
            </a:r>
            <a:endParaRPr lang="en-US" b="1">
              <a:cs typeface="Segoe U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1D5BE29-F7FE-51CC-D797-887AE155971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7154" y="1608355"/>
            <a:ext cx="4287877" cy="364812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Testing was performed on :</a:t>
            </a:r>
            <a:endParaRPr lang="en-US"/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Sample generation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Test generation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Analyzer output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Model metrics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Web interface </a:t>
            </a:r>
            <a:endParaRPr lang="en-US" sz="2000">
              <a:cs typeface="Segoe UI"/>
            </a:endParaRPr>
          </a:p>
          <a:p>
            <a:pPr>
              <a:buFont typeface="Wingdings"/>
              <a:buChar char="§"/>
            </a:pPr>
            <a:endParaRPr lang="en-US" sz="2000" dirty="0">
              <a:cs typeface="Segoe UI"/>
            </a:endParaRP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5637C798-6B8C-A453-C442-2C609C6A9F34}"/>
              </a:ext>
            </a:extLst>
          </p:cNvPr>
          <p:cNvSpPr txBox="1">
            <a:spLocks/>
          </p:cNvSpPr>
          <p:nvPr/>
        </p:nvSpPr>
        <p:spPr>
          <a:xfrm>
            <a:off x="6100284" y="1606296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ea typeface="+mn-lt"/>
                <a:cs typeface="+mn-lt"/>
              </a:rPr>
              <a:t>Issues Fixed :</a:t>
            </a:r>
            <a:endParaRPr lang="en-US" sz="2400" b="1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Analyzer hanging issue fixed using timeouts </a:t>
            </a:r>
            <a:endParaRPr lang="en-US" sz="2000">
              <a:solidFill>
                <a:srgbClr val="000000"/>
              </a:solidFill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Missing JUnit jar auto-download added </a:t>
            </a:r>
            <a:endParaRPr lang="en-US" sz="2000">
              <a:solidFill>
                <a:srgbClr val="000000"/>
              </a:solidFill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Test compile path issue fixed </a:t>
            </a:r>
            <a:endParaRPr lang="en-US" sz="2000">
              <a:solidFill>
                <a:srgbClr val="000000"/>
              </a:solidFill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Model loading issue fixed </a:t>
            </a:r>
            <a:endParaRPr lang="en-US" sz="2000">
              <a:solidFill>
                <a:srgbClr val="000000"/>
              </a:solidFill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cs typeface="Segoe UI"/>
              </a:rPr>
              <a:t>Data leakage removed from training</a:t>
            </a:r>
            <a:endParaRPr lang="en-GB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4349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E8D72-EC36-D24F-1E0A-BB8EBDFD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059914-9EFD-48BB-B0AF-D4231969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ea typeface="+mn-lt"/>
                <a:cs typeface="+mn-lt"/>
              </a:rPr>
              <a:t>Advantages of the System</a:t>
            </a:r>
            <a:endParaRPr lang="en-US" b="1">
              <a:cs typeface="Segoe U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171B5B-270D-0E4A-2D1E-8D75570450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89154" y="1577464"/>
            <a:ext cx="6676849" cy="3977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Automated Java defect analysis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Early defect prediction </a:t>
            </a: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Generates JUnit tests automatically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Provides web-based prediction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Supports deployment using Docker and Render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Modular pipeline design</a:t>
            </a:r>
            <a:endParaRPr lang="en-US" sz="2000">
              <a:cs typeface="Segoe UI"/>
            </a:endParaRPr>
          </a:p>
          <a:p>
            <a:pPr>
              <a:buFont typeface="Wingdings"/>
              <a:buChar char="§"/>
            </a:pPr>
            <a:endParaRPr lang="en-US" sz="20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5651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E0DCB-5E5E-319C-18A2-285BC479D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C9E6D5-F234-320E-35FB-CA76D037E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ea typeface="+mn-lt"/>
                <a:cs typeface="+mn-lt"/>
              </a:rPr>
              <a:t>Future Work</a:t>
            </a:r>
            <a:endParaRPr lang="en-US" b="1">
              <a:cs typeface="Segoe U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8F530E3-0916-43BF-45F1-94B892465EE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7667" y="1505382"/>
            <a:ext cx="8417094" cy="508974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Future improvements suggested in the report:</a:t>
            </a:r>
            <a:endParaRPr lang="en-US" sz="2400" b="1"/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Improve defective-class recall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Use AST-based parsing </a:t>
            </a: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Support more languages like Python and C++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Run JUnit on uploaded web code in sandbox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Add user login and prediction history 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Add SHAP explainability </a:t>
            </a: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Add CI plugin for GitHub pull requests</a:t>
            </a:r>
            <a:endParaRPr lang="en-US" sz="2000">
              <a:cs typeface="Segoe UI"/>
            </a:endParaRPr>
          </a:p>
          <a:p>
            <a:pPr>
              <a:buFont typeface="Wingdings"/>
              <a:buChar char="§"/>
            </a:pPr>
            <a:endParaRPr lang="en-US" sz="20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2112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08B1A-D299-DAE5-3810-F95CFAABB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2CC946-8123-B7E1-E80D-5765C1FD2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ea typeface="+mn-lt"/>
                <a:cs typeface="+mn-lt"/>
              </a:rPr>
              <a:t>Conclusion</a:t>
            </a:r>
            <a:endParaRPr lang="en-US" b="1">
              <a:cs typeface="Segoe U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C1FCB1E-C231-6492-B9FB-2A50C23B46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2803" y="1968761"/>
            <a:ext cx="7202012" cy="29170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Successfully developed a Java Defect Predictor </a:t>
            </a:r>
            <a:endParaRPr lang="en-US" sz="2000" dirty="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Combined ML, static analysis, testing, and web prediction </a:t>
            </a:r>
          </a:p>
          <a:p>
            <a:pPr marL="342900" indent="-342900">
              <a:buFont typeface="Wingdings"/>
              <a:buChar char="§"/>
            </a:pPr>
            <a:r>
              <a:rPr lang="en-US" sz="2000" dirty="0">
                <a:ea typeface="+mn-lt"/>
                <a:cs typeface="+mn-lt"/>
              </a:rPr>
              <a:t>Created modular and </a:t>
            </a:r>
            <a:r>
              <a:rPr lang="en-US" sz="2000">
                <a:ea typeface="+mn-lt"/>
                <a:cs typeface="+mn-lt"/>
              </a:rPr>
              <a:t>documented</a:t>
            </a:r>
            <a:r>
              <a:rPr lang="en-US" sz="2000" dirty="0">
                <a:ea typeface="+mn-lt"/>
                <a:cs typeface="+mn-lt"/>
              </a:rPr>
              <a:t> pipeline </a:t>
            </a:r>
            <a:endParaRPr lang="en-US" sz="2000" dirty="0">
              <a:cs typeface="Segoe UI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Demonstrated early defect risk estimation using Java metrics</a:t>
            </a:r>
            <a:endParaRPr lang="en-US" sz="2000">
              <a:cs typeface="Segoe UI"/>
            </a:endParaRPr>
          </a:p>
          <a:p>
            <a:pPr marL="342900" indent="-342900">
              <a:buFont typeface="Wingdings"/>
              <a:buChar char="§"/>
            </a:pPr>
            <a:endParaRPr lang="en-US" sz="20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6985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34C7-4FDE-5F50-96B7-2DA9FF819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FCD61F-7FEC-24F1-EB76-4A0B6F0F7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214100" cy="640080"/>
          </a:xfrm>
        </p:spPr>
        <p:txBody>
          <a:bodyPr/>
          <a:lstStyle/>
          <a:p>
            <a:r>
              <a:rPr lang="en-US" b="1">
                <a:cs typeface="Segoe UI"/>
              </a:rPr>
              <a:t>References :</a:t>
            </a:r>
            <a:endParaRPr lang="en-US" b="1" dirty="0">
              <a:cs typeface="Segoe U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5559CC-6822-9622-5637-7C6D1604A5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6262" y="1587761"/>
            <a:ext cx="10857551" cy="500736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342900" indent="-342900">
              <a:buFont typeface="Wingdings"/>
              <a:buChar char="§"/>
            </a:pPr>
            <a:r>
              <a:rPr lang="en-US" sz="2000" dirty="0" err="1">
                <a:ea typeface="+mn-lt"/>
                <a:cs typeface="+mn-lt"/>
              </a:rPr>
              <a:t>Ollama</a:t>
            </a:r>
            <a:r>
              <a:rPr lang="en-US" sz="2000" dirty="0">
                <a:ea typeface="+mn-lt"/>
                <a:cs typeface="+mn-lt"/>
              </a:rPr>
              <a:t> – Local LLM runtime. </a:t>
            </a:r>
            <a:r>
              <a:rPr lang="en-US" sz="2000" dirty="0">
                <a:ea typeface="+mn-lt"/>
                <a:cs typeface="+mn-lt"/>
                <a:hlinkClick r:id="rId2"/>
              </a:rPr>
              <a:t>https://ollama.com/</a:t>
            </a:r>
            <a:endParaRPr lang="en-US"/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GitHub REST API Documentation. </a:t>
            </a:r>
            <a:r>
              <a:rPr lang="en-US" sz="2000" dirty="0">
                <a:ea typeface="+mn-lt"/>
                <a:cs typeface="+mn-lt"/>
                <a:hlinkClick r:id="rId3"/>
              </a:rPr>
              <a:t>https://docs.github.com/en/rest</a:t>
            </a:r>
            <a:r>
              <a:rPr lang="en-US" sz="2000" dirty="0">
                <a:ea typeface="+mn-lt"/>
                <a:cs typeface="+mn-lt"/>
              </a:rPr>
              <a:t>  </a:t>
            </a:r>
          </a:p>
          <a:p>
            <a:pPr marL="342900" indent="-342900">
              <a:buFont typeface="Wingdings"/>
              <a:buChar char="§"/>
            </a:pPr>
            <a:r>
              <a:rPr lang="en-US" sz="2000" dirty="0">
                <a:ea typeface="+mn-lt"/>
                <a:cs typeface="+mn-lt"/>
              </a:rPr>
              <a:t>Shah, </a:t>
            </a:r>
            <a:r>
              <a:rPr lang="en-US" sz="2000" dirty="0" err="1">
                <a:ea typeface="+mn-lt"/>
                <a:cs typeface="+mn-lt"/>
              </a:rPr>
              <a:t>Morisio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Torchiano</a:t>
            </a:r>
            <a:r>
              <a:rPr lang="en-US" sz="2000" dirty="0">
                <a:ea typeface="+mn-lt"/>
                <a:cs typeface="+mn-lt"/>
              </a:rPr>
              <a:t>, An Overview of Software Defect Density, APSEC 2012, DOI: 10.1109/APSEC.2012.93 </a:t>
            </a:r>
            <a:endParaRPr lang="en-US" sz="200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Render Deployment Docs. </a:t>
            </a:r>
            <a:r>
              <a:rPr lang="en-US" sz="2000" dirty="0">
                <a:ea typeface="+mn-lt"/>
                <a:cs typeface="+mn-lt"/>
                <a:hlinkClick r:id="rId4"/>
              </a:rPr>
              <a:t>https://render.com/docs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T. Hall et al., "A Systematic Literature Review on Fault Prediction Performance in Software Engineering," IEEE TSE, vol. 38, no. 6, pp. 1276-1304, 2012. DOI: 10.1109/TSE.2011.27 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T. Menzies et al., "Data Mining Static </a:t>
            </a:r>
            <a:r>
              <a:rPr lang="en-US" sz="2000" dirty="0">
                <a:ea typeface="+mn-lt"/>
                <a:cs typeface="+mn-lt"/>
              </a:rPr>
              <a:t>Code Attributes to Learn Defect Predictors," IEEE TSE, vol. 33, no. 1, pp. </a:t>
            </a:r>
            <a:r>
              <a:rPr lang="en-US" sz="2000">
                <a:ea typeface="+mn-lt"/>
                <a:cs typeface="+mn-lt"/>
              </a:rPr>
              <a:t>2-13, 2007. DOI: 10.1109/TSE.2007.256655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dirty="0">
                <a:ea typeface="+mn-lt"/>
                <a:cs typeface="+mn-lt"/>
              </a:rPr>
              <a:t> D. A. Rebro, B. Rossi, and S. Chren, "Source Code Metrics for Software Defects Prediction," Proc. EASE, 2023. DOI: 10.1145/3555776.3577809 </a:t>
            </a:r>
            <a:endParaRPr lang="en-US" sz="200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F. Lomio, S. Moreschini, and V. Lenarduzzi, "A Machine and </a:t>
            </a:r>
            <a:r>
              <a:rPr lang="en-US" sz="2000" dirty="0">
                <a:ea typeface="+mn-lt"/>
                <a:cs typeface="+mn-lt"/>
              </a:rPr>
              <a:t>Deep Learning Analysis among </a:t>
            </a:r>
          </a:p>
          <a:p>
            <a:pPr marL="342900" indent="-34290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Code link : </a:t>
            </a:r>
            <a:r>
              <a:rPr lang="en-US" sz="2000" dirty="0">
                <a:ea typeface="+mn-lt"/>
                <a:cs typeface="+mn-lt"/>
                <a:hlinkClick r:id="rId5"/>
              </a:rPr>
              <a:t>https://github.com/abhi-raj76/SE_MAJOR_PROJECT</a:t>
            </a:r>
          </a:p>
          <a:p>
            <a:pPr marL="342900" indent="-342900">
              <a:buFont typeface="Wingdings"/>
              <a:buChar char="§"/>
            </a:pPr>
            <a:r>
              <a:rPr lang="en-US" sz="2000">
                <a:cs typeface="Segoe UI"/>
              </a:rPr>
              <a:t>Website Link : </a:t>
            </a:r>
            <a:r>
              <a:rPr lang="en-US" sz="2000" dirty="0">
                <a:solidFill>
                  <a:srgbClr val="404040"/>
                </a:solidFill>
                <a:ea typeface="+mn-lt"/>
                <a:cs typeface="+mn-lt"/>
                <a:hlinkClick r:id="rId6"/>
              </a:rPr>
              <a:t>https://defect-prediction-uoh-project.onrender.com/</a:t>
            </a:r>
          </a:p>
        </p:txBody>
      </p:sp>
    </p:spTree>
    <p:extLst>
      <p:ext uri="{BB962C8B-B14F-4D97-AF65-F5344CB8AC3E}">
        <p14:creationId xmlns:p14="http://schemas.microsoft.com/office/powerpoint/2010/main" val="22881683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01587-5737-6A8D-A1DB-118CE72A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6E8BB85-644E-86E3-AA1D-0B8C360BE8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25478" y="3029382"/>
            <a:ext cx="2547634" cy="7957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ea typeface="+mn-lt"/>
                <a:cs typeface="+mn-lt"/>
              </a:rPr>
              <a:t>Thank You !!!</a:t>
            </a:r>
            <a:endParaRPr lang="en-US" sz="32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3259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Cartoon People Tutorial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CF3D1C"/>
      </a:accent2>
      <a:accent3>
        <a:srgbClr val="D8AA78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torial_CartoonPeople_Win32_AP_v3.potx" id="{4757C71B-9E83-4577-B78A-5B96F5EDA05F}" vid="{C299C8B3-D730-41F1-BD3B-5C57B15CE5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WelcomeDoc</Template>
  <TotalTime>0</TotalTime>
  <Words>381</Words>
  <Application>Microsoft Office PowerPoint</Application>
  <PresentationFormat>Widescreen</PresentationFormat>
  <Paragraphs>44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WelcomeDoc</vt:lpstr>
      <vt:lpstr>Defect Prediction of LLM generated Java code</vt:lpstr>
      <vt:lpstr>Problem Statement</vt:lpstr>
      <vt:lpstr>Objectives of the Project</vt:lpstr>
      <vt:lpstr>Existing System vs Proposed System</vt:lpstr>
      <vt:lpstr>System Architecture</vt:lpstr>
      <vt:lpstr>Project Module Structure</vt:lpstr>
      <vt:lpstr>Technologies Used</vt:lpstr>
      <vt:lpstr>Dataset Generation Process</vt:lpstr>
      <vt:lpstr>Static Metrics Extracted</vt:lpstr>
      <vt:lpstr>Machine Learning Models</vt:lpstr>
      <vt:lpstr>Defect Prediction Formula</vt:lpstr>
      <vt:lpstr>Model Results &amp; Evaluation</vt:lpstr>
      <vt:lpstr>Web Application</vt:lpstr>
      <vt:lpstr>Testing &amp; Debugging</vt:lpstr>
      <vt:lpstr>Advantages of the System</vt:lpstr>
      <vt:lpstr>Future Work</vt:lpstr>
      <vt:lpstr>Conclusion</vt:lpstr>
      <vt:lpstr>References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567</cp:revision>
  <dcterms:created xsi:type="dcterms:W3CDTF">2026-05-21T06:53:50Z</dcterms:created>
  <dcterms:modified xsi:type="dcterms:W3CDTF">2026-05-21T18:47:50Z</dcterms:modified>
</cp:coreProperties>
</file>